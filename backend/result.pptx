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7C107F-41DC-9666-87B5-9E60B42D3C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737EF14-4076-2B4F-E7FE-A9A906C745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884919-FEA7-9471-7E67-094F2858F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1F966-D893-424E-B900-4017167A52AE}" type="datetimeFigureOut">
              <a:rPr lang="ko-KR" altLang="en-US" smtClean="0"/>
              <a:t>2025-10-23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7F21C3-6CF9-FB4D-1F25-117207194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16E9E8-5457-F5FE-CE3E-D76D907AD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849F8-B8AF-4D73-9365-0C07339411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7610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7826FB-E572-F551-88F1-3E580847B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5FF29A-BD43-3D7D-8902-1265027B24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6E5664-11D1-214F-B5D0-D8C7A76B4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1F966-D893-424E-B900-4017167A52AE}" type="datetimeFigureOut">
              <a:rPr lang="ko-KR" altLang="en-US" smtClean="0"/>
              <a:t>2025-10-23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A89A0F-8380-5084-7162-70728C767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4959C3-C954-CCD9-E5A9-3DFA6EC4A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849F8-B8AF-4D73-9365-0C07339411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8657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772765-0124-976A-3672-79AB6394E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95D0CE-0AD8-B80E-44F5-FE12325017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5B8797-1403-3940-7734-A67781E95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1F966-D893-424E-B900-4017167A52AE}" type="datetimeFigureOut">
              <a:rPr lang="ko-KR" altLang="en-US" smtClean="0"/>
              <a:t>2025-10-23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F38C6B-7B23-78C0-ABB2-284D3D237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8DC322-06D8-197E-6C86-198A70729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849F8-B8AF-4D73-9365-0C07339411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2819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C92FB8-D04E-A040-51E1-179085850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9DD2A0-29A9-AD6C-83E1-4E7933E950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EC8B2D7-E827-00C9-E72C-7E6720B289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2A9456-2C39-2819-4A1D-1C0BBF709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1F966-D893-424E-B900-4017167A52AE}" type="datetimeFigureOut">
              <a:rPr lang="ko-KR" altLang="en-US" smtClean="0"/>
              <a:t>2025-10-23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CA1957C-4C9E-5925-E7F5-5BAE601B1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2AD8539-7F01-3715-F8D7-AE47F41F0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849F8-B8AF-4D73-9365-0C07339411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8869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BDE1C7-BE74-873D-5DB0-AB28DEF6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A8E28EE-57CD-DF74-CFC3-5C7EC09B2E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ED1703C-35B2-B5F4-51D6-1972878E34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63D644F-934C-F776-EFCD-A8EEBC04F3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B2708CA-899B-81BE-1887-53780B43A6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6E9413A-FD45-6377-C106-52C451C37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1F966-D893-424E-B900-4017167A52AE}" type="datetimeFigureOut">
              <a:rPr lang="ko-KR" altLang="en-US" smtClean="0"/>
              <a:t>2025-10-23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5BEB84A-971F-6039-E5AB-9391D420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6B9788F-C083-E045-4367-2924DD34F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849F8-B8AF-4D73-9365-0C07339411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9919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C2406A-D9A1-48CE-8CE5-7133CCAC0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7885451-A5A0-2529-CBC8-5B1D6DE55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1F966-D893-424E-B900-4017167A52AE}" type="datetimeFigureOut">
              <a:rPr lang="ko-KR" altLang="en-US" smtClean="0"/>
              <a:t>2025-10-23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7FCC544-C6CD-C32A-5A96-F031A06A3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135969D-5DF8-3764-370E-BACAF1698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849F8-B8AF-4D73-9365-0C07339411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9807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5C00545-21A8-BFA7-7A4B-304D5E10B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1F966-D893-424E-B900-4017167A52AE}" type="datetimeFigureOut">
              <a:rPr lang="ko-KR" altLang="en-US" smtClean="0"/>
              <a:t>2025-10-23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589A8A4-0EDC-9419-3F35-A3DBE84E8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49E6D4-2C84-964C-C3FC-C19021AA0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849F8-B8AF-4D73-9365-0C07339411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0412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8B0EEF-DC9E-7655-F4C3-7F4243A90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F47861-A5C3-B893-B2E5-310C2E736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2BCC159-DC39-46DE-C937-48F69E0818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30FD0CD-1177-E7C2-B780-AB9D0739D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1F966-D893-424E-B900-4017167A52AE}" type="datetimeFigureOut">
              <a:rPr lang="ko-KR" altLang="en-US" smtClean="0"/>
              <a:t>2025-10-23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D41B0CE-AE3F-B9C7-9358-12CE1B61D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58EB72E-1978-7937-B672-3EE407DD7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849F8-B8AF-4D73-9365-0C07339411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7312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E5F7D2-BE94-E719-295C-CD8DAA65B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A972FB5-EF2C-0EB9-1485-98C1234A1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A14CE7B-21B3-AA72-C871-949DD67C85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F1827DC-979A-0FB2-8189-B2EAAA7D8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1F966-D893-424E-B900-4017167A52AE}" type="datetimeFigureOut">
              <a:rPr lang="ko-KR" altLang="en-US" smtClean="0"/>
              <a:t>2025-10-23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B95844B-A1DB-D66A-2D72-50E6F0125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156591D-A48E-8568-04FC-1B609F30B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849F8-B8AF-4D73-9365-0C07339411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1634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2A1B23-8B93-F167-E978-FCD8E5974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B5C6E55-8EEC-6BAD-C8F9-243F0152D7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03051B-A154-3DE6-EF1A-E0ED6A7C2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1F966-D893-424E-B900-4017167A52AE}" type="datetimeFigureOut">
              <a:rPr lang="ko-KR" altLang="en-US" smtClean="0"/>
              <a:t>2025-10-23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54654A-0E24-6AB0-8D14-8CBE3272D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9B92F7-B323-C480-81A0-C0B48F1F8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849F8-B8AF-4D73-9365-0C07339411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017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AADDB18-B61B-3906-B1E5-8B0D67F47B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7E35C96-6949-D85E-2B44-2ACBD84E9E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7C8EFA-6BD3-55DC-40D8-77CF6D2F7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1F966-D893-424E-B900-4017167A52AE}" type="datetimeFigureOut">
              <a:rPr lang="ko-KR" altLang="en-US" smtClean="0"/>
              <a:t>2025-10-23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8D099C9-3B1B-410F-7924-0A85D4807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603FCE-A4B6-E918-1171-B9FCEB12F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849F8-B8AF-4D73-9365-0C07339411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398260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951D813-74A0-D4E5-1C4E-792C25210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6595EBE-90DD-F309-8C1B-AE5B891585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F7F13A-3DE4-8AF4-632E-2376075150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61F966-D893-424E-B900-4017167A52AE}" type="datetimeFigureOut">
              <a:rPr lang="ko-KR" altLang="en-US" smtClean="0"/>
              <a:t>2025-10-23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5ABD60-5414-AB62-EA13-1E5DDC3729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DC462B-9E43-209F-BBD8-64C92994DF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0849F8-B8AF-4D73-9365-0C07339411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0049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번호, 폰트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C730B24-98D4-A3E4-3775-13E382C877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30" y="-22830"/>
            <a:ext cx="917165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E29E5C2-E532-F31E-BF27-C74319B10C3B}"/>
              </a:ext>
            </a:extLst>
          </p:cNvPr>
          <p:cNvSpPr txBox="1"/>
          <p:nvPr/>
        </p:nvSpPr>
        <p:spPr>
          <a:xfrm>
            <a:off x="3382297" y="1209368"/>
            <a:ext cx="147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A</a:t>
            </a:r>
          </a:p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7D4209-5199-498A-3CFC-D42985591101}"/>
              </a:ext>
            </a:extLst>
          </p:cNvPr>
          <p:cNvSpPr txBox="1"/>
          <p:nvPr/>
        </p:nvSpPr>
        <p:spPr>
          <a:xfrm>
            <a:off x="3382297" y="2441566"/>
            <a:ext cx="147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806411-4F69-29D0-8AA7-D8EFC517EC1C}"/>
              </a:ext>
            </a:extLst>
          </p:cNvPr>
          <p:cNvSpPr txBox="1"/>
          <p:nvPr/>
        </p:nvSpPr>
        <p:spPr>
          <a:xfrm>
            <a:off x="3382297" y="37829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주식회사 센디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362AC7-E5CA-9CDB-481A-3E8BBB34AF6F}"/>
              </a:ext>
            </a:extLst>
          </p:cNvPr>
          <p:cNvSpPr txBox="1"/>
          <p:nvPr/>
        </p:nvSpPr>
        <p:spPr>
          <a:xfrm>
            <a:off x="3382297" y="436879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C16113-E544-E1C3-5864-FEE4D27A2425}"/>
              </a:ext>
            </a:extLst>
          </p:cNvPr>
          <p:cNvSpPr txBox="1"/>
          <p:nvPr/>
        </p:nvSpPr>
        <p:spPr>
          <a:xfrm>
            <a:off x="7595420" y="139702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2C60E2-F727-B5C5-E5FC-CBF1253F371F}"/>
              </a:ext>
            </a:extLst>
          </p:cNvPr>
          <p:cNvSpPr txBox="1"/>
          <p:nvPr/>
        </p:nvSpPr>
        <p:spPr>
          <a:xfrm>
            <a:off x="7570837" y="253265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475098-CD96-FDD5-9D3F-295CAA889814}"/>
              </a:ext>
            </a:extLst>
          </p:cNvPr>
          <p:cNvSpPr txBox="1"/>
          <p:nvPr/>
        </p:nvSpPr>
        <p:spPr>
          <a:xfrm>
            <a:off x="9493043" y="372144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A75F5C-1A32-B8A8-7212-7A38F88D24AE}"/>
              </a:ext>
            </a:extLst>
          </p:cNvPr>
          <p:cNvSpPr txBox="1"/>
          <p:nvPr/>
        </p:nvSpPr>
        <p:spPr>
          <a:xfrm>
            <a:off x="9502875" y="399709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6ACBC59-3331-DBA9-31B0-CB0CA3E9F7FD}"/>
              </a:ext>
            </a:extLst>
          </p:cNvPr>
          <p:cNvSpPr txBox="1"/>
          <p:nvPr/>
        </p:nvSpPr>
        <p:spPr>
          <a:xfrm>
            <a:off x="4410599" y="840036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5B2DF60-01EE-7C0D-A514-35B4C2836732}"/>
              </a:ext>
            </a:extLst>
          </p:cNvPr>
          <p:cNvSpPr txBox="1"/>
          <p:nvPr/>
        </p:nvSpPr>
        <p:spPr>
          <a:xfrm>
            <a:off x="8118897" y="829215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82B2280-B582-4656-F23F-C535E5E05E40}"/>
              </a:ext>
            </a:extLst>
          </p:cNvPr>
          <p:cNvSpPr txBox="1"/>
          <p:nvPr/>
        </p:nvSpPr>
        <p:spPr>
          <a:xfrm>
            <a:off x="7868175" y="228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1200294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232F1-DC35-1379-7D2A-339DA21CC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번호, 폰트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6A7EEE3-E228-0A54-895A-D4DDBFAE1B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30" y="-22830"/>
            <a:ext cx="917165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F7E8E2E-7B59-AB4D-1A8E-32352E27CD3C}"/>
              </a:ext>
            </a:extLst>
          </p:cNvPr>
          <p:cNvSpPr txBox="1"/>
          <p:nvPr/>
        </p:nvSpPr>
        <p:spPr>
          <a:xfrm>
            <a:off x="3382297" y="1209368"/>
            <a:ext cx="147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A</a:t>
            </a:r>
          </a:p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A77771-D457-64CF-824A-38E39321ACA7}"/>
              </a:ext>
            </a:extLst>
          </p:cNvPr>
          <p:cNvSpPr txBox="1"/>
          <p:nvPr/>
        </p:nvSpPr>
        <p:spPr>
          <a:xfrm>
            <a:off x="3382297" y="2441566"/>
            <a:ext cx="147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DACDC8-F5D0-1AEA-BF65-B9F18EBFDBD6}"/>
              </a:ext>
            </a:extLst>
          </p:cNvPr>
          <p:cNvSpPr txBox="1"/>
          <p:nvPr/>
        </p:nvSpPr>
        <p:spPr>
          <a:xfrm>
            <a:off x="3382297" y="37829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주식회사 센디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43E4F3-DF4C-73E8-C1BA-6B6E74F0F0A6}"/>
              </a:ext>
            </a:extLst>
          </p:cNvPr>
          <p:cNvSpPr txBox="1"/>
          <p:nvPr/>
        </p:nvSpPr>
        <p:spPr>
          <a:xfrm>
            <a:off x="3382297" y="436879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9E78D2-0A76-088B-8753-405351B047DD}"/>
              </a:ext>
            </a:extLst>
          </p:cNvPr>
          <p:cNvSpPr txBox="1"/>
          <p:nvPr/>
        </p:nvSpPr>
        <p:spPr>
          <a:xfrm>
            <a:off x="7595420" y="139702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B0AA25-143B-7526-7AD0-274FE663B96D}"/>
              </a:ext>
            </a:extLst>
          </p:cNvPr>
          <p:cNvSpPr txBox="1"/>
          <p:nvPr/>
        </p:nvSpPr>
        <p:spPr>
          <a:xfrm>
            <a:off x="7570837" y="253265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F17D5E-B67E-25E7-9145-34E728B3C8DF}"/>
              </a:ext>
            </a:extLst>
          </p:cNvPr>
          <p:cNvSpPr txBox="1"/>
          <p:nvPr/>
        </p:nvSpPr>
        <p:spPr>
          <a:xfrm>
            <a:off x="9493043" y="372144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8D1FA3-5B1A-CF72-0542-8B645F0590E1}"/>
              </a:ext>
            </a:extLst>
          </p:cNvPr>
          <p:cNvSpPr txBox="1"/>
          <p:nvPr/>
        </p:nvSpPr>
        <p:spPr>
          <a:xfrm>
            <a:off x="9502875" y="399709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6FBB3B8-CBEF-E7C8-F540-C1577F8BC3F4}"/>
              </a:ext>
            </a:extLst>
          </p:cNvPr>
          <p:cNvSpPr txBox="1"/>
          <p:nvPr/>
        </p:nvSpPr>
        <p:spPr>
          <a:xfrm>
            <a:off x="4410599" y="840036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C6E338-75C4-02CC-7A44-F70782D81FC7}"/>
              </a:ext>
            </a:extLst>
          </p:cNvPr>
          <p:cNvSpPr txBox="1"/>
          <p:nvPr/>
        </p:nvSpPr>
        <p:spPr>
          <a:xfrm>
            <a:off x="8118897" y="829215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CD01344-FFDC-A777-61B2-04D99B672FA1}"/>
              </a:ext>
            </a:extLst>
          </p:cNvPr>
          <p:cNvSpPr txBox="1"/>
          <p:nvPr/>
        </p:nvSpPr>
        <p:spPr>
          <a:xfrm>
            <a:off x="7868175" y="228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2817518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4D341-82CE-F93A-5E9E-1AA568786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번호, 폰트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0D6C8346-5E93-3593-E66D-508A306A50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30" y="-22830"/>
            <a:ext cx="917165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30E320C-51C2-BAD5-885B-BF067A9EE996}"/>
              </a:ext>
            </a:extLst>
          </p:cNvPr>
          <p:cNvSpPr txBox="1"/>
          <p:nvPr/>
        </p:nvSpPr>
        <p:spPr>
          <a:xfrm>
            <a:off x="3382297" y="1209368"/>
            <a:ext cx="147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A</a:t>
            </a:r>
          </a:p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23BE17-8179-3752-23DB-3EB6D8289136}"/>
              </a:ext>
            </a:extLst>
          </p:cNvPr>
          <p:cNvSpPr txBox="1"/>
          <p:nvPr/>
        </p:nvSpPr>
        <p:spPr>
          <a:xfrm>
            <a:off x="3382297" y="2441566"/>
            <a:ext cx="147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273635-7700-FC49-AA20-ADD7F85369EF}"/>
              </a:ext>
            </a:extLst>
          </p:cNvPr>
          <p:cNvSpPr txBox="1"/>
          <p:nvPr/>
        </p:nvSpPr>
        <p:spPr>
          <a:xfrm>
            <a:off x="3382297" y="37829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주식회사 센디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47C192-4E10-FBBB-9853-51983939FBBF}"/>
              </a:ext>
            </a:extLst>
          </p:cNvPr>
          <p:cNvSpPr txBox="1"/>
          <p:nvPr/>
        </p:nvSpPr>
        <p:spPr>
          <a:xfrm>
            <a:off x="3382297" y="436879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CA3DDB-974B-35F2-654A-B8E9F7F67842}"/>
              </a:ext>
            </a:extLst>
          </p:cNvPr>
          <p:cNvSpPr txBox="1"/>
          <p:nvPr/>
        </p:nvSpPr>
        <p:spPr>
          <a:xfrm>
            <a:off x="7595420" y="139702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FFDC38-3382-6DED-7510-2A881B96736C}"/>
              </a:ext>
            </a:extLst>
          </p:cNvPr>
          <p:cNvSpPr txBox="1"/>
          <p:nvPr/>
        </p:nvSpPr>
        <p:spPr>
          <a:xfrm>
            <a:off x="7570837" y="253265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CC7800-C8FF-D0A9-D458-A1336E3051E5}"/>
              </a:ext>
            </a:extLst>
          </p:cNvPr>
          <p:cNvSpPr txBox="1"/>
          <p:nvPr/>
        </p:nvSpPr>
        <p:spPr>
          <a:xfrm>
            <a:off x="9493043" y="372144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5FF842-1FDA-AA3E-A3E8-189C845427C8}"/>
              </a:ext>
            </a:extLst>
          </p:cNvPr>
          <p:cNvSpPr txBox="1"/>
          <p:nvPr/>
        </p:nvSpPr>
        <p:spPr>
          <a:xfrm>
            <a:off x="9502875" y="399709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CBB1C2B-8F95-96D4-BA8A-C9E272439242}"/>
              </a:ext>
            </a:extLst>
          </p:cNvPr>
          <p:cNvSpPr txBox="1"/>
          <p:nvPr/>
        </p:nvSpPr>
        <p:spPr>
          <a:xfrm>
            <a:off x="4410599" y="840036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67A177-BFDE-D5C8-EF55-2C3E61703AFE}"/>
              </a:ext>
            </a:extLst>
          </p:cNvPr>
          <p:cNvSpPr txBox="1"/>
          <p:nvPr/>
        </p:nvSpPr>
        <p:spPr>
          <a:xfrm>
            <a:off x="8118897" y="829215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79DD9F9-7D9D-B77F-C4FC-F204399E4A2B}"/>
              </a:ext>
            </a:extLst>
          </p:cNvPr>
          <p:cNvSpPr txBox="1"/>
          <p:nvPr/>
        </p:nvSpPr>
        <p:spPr>
          <a:xfrm>
            <a:off x="7868175" y="228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421739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C3226-5936-C32A-3139-E9F125F1B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번호, 폰트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2AE1E0C-F905-98AC-2603-27614D2BED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30" y="-22830"/>
            <a:ext cx="917165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CFCC509-8AC6-BB0F-1397-AE7CE0F7DC3B}"/>
              </a:ext>
            </a:extLst>
          </p:cNvPr>
          <p:cNvSpPr txBox="1"/>
          <p:nvPr/>
        </p:nvSpPr>
        <p:spPr>
          <a:xfrm>
            <a:off x="3382297" y="1209368"/>
            <a:ext cx="147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A</a:t>
            </a:r>
          </a:p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0C6CF0-CEB7-BEA2-3B39-30EF7E2EE8B3}"/>
              </a:ext>
            </a:extLst>
          </p:cNvPr>
          <p:cNvSpPr txBox="1"/>
          <p:nvPr/>
        </p:nvSpPr>
        <p:spPr>
          <a:xfrm>
            <a:off x="3382297" y="2441566"/>
            <a:ext cx="147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A8BF43-5F82-DD94-360E-4C5B7AB7F297}"/>
              </a:ext>
            </a:extLst>
          </p:cNvPr>
          <p:cNvSpPr txBox="1"/>
          <p:nvPr/>
        </p:nvSpPr>
        <p:spPr>
          <a:xfrm>
            <a:off x="3382297" y="37829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주식회사 센디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2D1392-BF8E-0456-A7AA-5A67F7A4A601}"/>
              </a:ext>
            </a:extLst>
          </p:cNvPr>
          <p:cNvSpPr txBox="1"/>
          <p:nvPr/>
        </p:nvSpPr>
        <p:spPr>
          <a:xfrm>
            <a:off x="3382297" y="436879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08EEE3-2FE6-986C-9FD5-E1AB53CCACC5}"/>
              </a:ext>
            </a:extLst>
          </p:cNvPr>
          <p:cNvSpPr txBox="1"/>
          <p:nvPr/>
        </p:nvSpPr>
        <p:spPr>
          <a:xfrm>
            <a:off x="7595420" y="139702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71D597-29E8-C724-D54B-116A7B62D707}"/>
              </a:ext>
            </a:extLst>
          </p:cNvPr>
          <p:cNvSpPr txBox="1"/>
          <p:nvPr/>
        </p:nvSpPr>
        <p:spPr>
          <a:xfrm>
            <a:off x="7570837" y="253265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FC7690-04FD-A753-103B-8C0048A54C5F}"/>
              </a:ext>
            </a:extLst>
          </p:cNvPr>
          <p:cNvSpPr txBox="1"/>
          <p:nvPr/>
        </p:nvSpPr>
        <p:spPr>
          <a:xfrm>
            <a:off x="9493043" y="372144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AC7522-9708-D480-3795-1051156F4AE3}"/>
              </a:ext>
            </a:extLst>
          </p:cNvPr>
          <p:cNvSpPr txBox="1"/>
          <p:nvPr/>
        </p:nvSpPr>
        <p:spPr>
          <a:xfrm>
            <a:off x="9502875" y="399709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3E97175-7738-BAB6-FBEA-F9035C7E3166}"/>
              </a:ext>
            </a:extLst>
          </p:cNvPr>
          <p:cNvSpPr txBox="1"/>
          <p:nvPr/>
        </p:nvSpPr>
        <p:spPr>
          <a:xfrm>
            <a:off x="4410599" y="840036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DD04248-7BEE-37E9-5276-5EE2C6DBFA6F}"/>
              </a:ext>
            </a:extLst>
          </p:cNvPr>
          <p:cNvSpPr txBox="1"/>
          <p:nvPr/>
        </p:nvSpPr>
        <p:spPr>
          <a:xfrm>
            <a:off x="8118897" y="829215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19FF1F-F0A0-F04F-1426-6A6898857B65}"/>
              </a:ext>
            </a:extLst>
          </p:cNvPr>
          <p:cNvSpPr txBox="1"/>
          <p:nvPr/>
        </p:nvSpPr>
        <p:spPr>
          <a:xfrm>
            <a:off x="7868175" y="228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412022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031AD-21B5-A465-72FC-1596B2C40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번호, 폰트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5A1292C-0185-DD2E-A61D-FE2CCE2856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30" y="-22830"/>
            <a:ext cx="917165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B4C3C75-EEDE-CC90-4814-81BB1500AEF1}"/>
              </a:ext>
            </a:extLst>
          </p:cNvPr>
          <p:cNvSpPr txBox="1"/>
          <p:nvPr/>
        </p:nvSpPr>
        <p:spPr>
          <a:xfrm>
            <a:off x="3382297" y="1209368"/>
            <a:ext cx="147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A</a:t>
            </a:r>
          </a:p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B7AA00-8110-B394-0AB9-76B9D8B03D35}"/>
              </a:ext>
            </a:extLst>
          </p:cNvPr>
          <p:cNvSpPr txBox="1"/>
          <p:nvPr/>
        </p:nvSpPr>
        <p:spPr>
          <a:xfrm>
            <a:off x="3382297" y="2441566"/>
            <a:ext cx="147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94181C-6E29-89F1-85A7-0E2F46F9E001}"/>
              </a:ext>
            </a:extLst>
          </p:cNvPr>
          <p:cNvSpPr txBox="1"/>
          <p:nvPr/>
        </p:nvSpPr>
        <p:spPr>
          <a:xfrm>
            <a:off x="3382297" y="37829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주식회사 센디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D918C6-1C9C-E2BD-90F5-07B2BDDC778D}"/>
              </a:ext>
            </a:extLst>
          </p:cNvPr>
          <p:cNvSpPr txBox="1"/>
          <p:nvPr/>
        </p:nvSpPr>
        <p:spPr>
          <a:xfrm>
            <a:off x="3382297" y="436879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78E647-770A-D969-86C7-D6BEC73D020B}"/>
              </a:ext>
            </a:extLst>
          </p:cNvPr>
          <p:cNvSpPr txBox="1"/>
          <p:nvPr/>
        </p:nvSpPr>
        <p:spPr>
          <a:xfrm>
            <a:off x="7595420" y="139702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5D6654-7FE3-C465-EEFD-2062AD4DE075}"/>
              </a:ext>
            </a:extLst>
          </p:cNvPr>
          <p:cNvSpPr txBox="1"/>
          <p:nvPr/>
        </p:nvSpPr>
        <p:spPr>
          <a:xfrm>
            <a:off x="7570837" y="253265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C4BD2E-6657-75D2-76E7-5B131589BB6B}"/>
              </a:ext>
            </a:extLst>
          </p:cNvPr>
          <p:cNvSpPr txBox="1"/>
          <p:nvPr/>
        </p:nvSpPr>
        <p:spPr>
          <a:xfrm>
            <a:off x="9493043" y="372144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D2EA44-32B8-89E5-B9C4-C7F94C61E7F6}"/>
              </a:ext>
            </a:extLst>
          </p:cNvPr>
          <p:cNvSpPr txBox="1"/>
          <p:nvPr/>
        </p:nvSpPr>
        <p:spPr>
          <a:xfrm>
            <a:off x="9502875" y="399709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6DE2A83-281C-E117-78B5-D1C3DF36DE19}"/>
              </a:ext>
            </a:extLst>
          </p:cNvPr>
          <p:cNvSpPr txBox="1"/>
          <p:nvPr/>
        </p:nvSpPr>
        <p:spPr>
          <a:xfrm>
            <a:off x="4410599" y="840036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163DFDF-7F79-90D3-CD91-40A9BEE7B9B6}"/>
              </a:ext>
            </a:extLst>
          </p:cNvPr>
          <p:cNvSpPr txBox="1"/>
          <p:nvPr/>
        </p:nvSpPr>
        <p:spPr>
          <a:xfrm>
            <a:off x="8118897" y="829215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93367B8-B2C3-B7AF-1D00-E8872AE1C456}"/>
              </a:ext>
            </a:extLst>
          </p:cNvPr>
          <p:cNvSpPr txBox="1"/>
          <p:nvPr/>
        </p:nvSpPr>
        <p:spPr>
          <a:xfrm>
            <a:off x="7868175" y="228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7689508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896A8-1625-7F3E-BCF2-EAE3D2D73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번호, 폰트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609AB48-E668-77A9-CF17-A180E95BBA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30" y="-22830"/>
            <a:ext cx="917165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F01CADA-592D-7D45-7DF7-091A22BA5D49}"/>
              </a:ext>
            </a:extLst>
          </p:cNvPr>
          <p:cNvSpPr txBox="1"/>
          <p:nvPr/>
        </p:nvSpPr>
        <p:spPr>
          <a:xfrm>
            <a:off x="3382297" y="1209368"/>
            <a:ext cx="147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A</a:t>
            </a:r>
          </a:p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3AEE16-4C1A-DD79-F67E-0614C016539D}"/>
              </a:ext>
            </a:extLst>
          </p:cNvPr>
          <p:cNvSpPr txBox="1"/>
          <p:nvPr/>
        </p:nvSpPr>
        <p:spPr>
          <a:xfrm>
            <a:off x="3382297" y="2441566"/>
            <a:ext cx="147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17E1AE-7ADF-3863-10D2-2F88651B76E3}"/>
              </a:ext>
            </a:extLst>
          </p:cNvPr>
          <p:cNvSpPr txBox="1"/>
          <p:nvPr/>
        </p:nvSpPr>
        <p:spPr>
          <a:xfrm>
            <a:off x="3382297" y="37829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주식회사 센디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0FCD76-1FB5-0412-E23E-D52D96423CC3}"/>
              </a:ext>
            </a:extLst>
          </p:cNvPr>
          <p:cNvSpPr txBox="1"/>
          <p:nvPr/>
        </p:nvSpPr>
        <p:spPr>
          <a:xfrm>
            <a:off x="3382297" y="436879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E59825-4D61-9255-5B14-6B69A4DFB4B6}"/>
              </a:ext>
            </a:extLst>
          </p:cNvPr>
          <p:cNvSpPr txBox="1"/>
          <p:nvPr/>
        </p:nvSpPr>
        <p:spPr>
          <a:xfrm>
            <a:off x="7595420" y="139702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C747B5-187E-355E-5EA3-ED2402D01652}"/>
              </a:ext>
            </a:extLst>
          </p:cNvPr>
          <p:cNvSpPr txBox="1"/>
          <p:nvPr/>
        </p:nvSpPr>
        <p:spPr>
          <a:xfrm>
            <a:off x="7570837" y="253265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DFD105-F155-6A59-F372-83D8D9CCF80B}"/>
              </a:ext>
            </a:extLst>
          </p:cNvPr>
          <p:cNvSpPr txBox="1"/>
          <p:nvPr/>
        </p:nvSpPr>
        <p:spPr>
          <a:xfrm>
            <a:off x="9493043" y="372144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3031BF-E65B-1FFF-4F5D-F306DBC36D7F}"/>
              </a:ext>
            </a:extLst>
          </p:cNvPr>
          <p:cNvSpPr txBox="1"/>
          <p:nvPr/>
        </p:nvSpPr>
        <p:spPr>
          <a:xfrm>
            <a:off x="9502875" y="399709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0A25E1-5718-1E4B-9648-66CD9FE133C5}"/>
              </a:ext>
            </a:extLst>
          </p:cNvPr>
          <p:cNvSpPr txBox="1"/>
          <p:nvPr/>
        </p:nvSpPr>
        <p:spPr>
          <a:xfrm>
            <a:off x="4410599" y="840036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160811-8AE7-4282-B578-4BE27AD52946}"/>
              </a:ext>
            </a:extLst>
          </p:cNvPr>
          <p:cNvSpPr txBox="1"/>
          <p:nvPr/>
        </p:nvSpPr>
        <p:spPr>
          <a:xfrm>
            <a:off x="8118897" y="829215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3875C85-37B5-F568-1ACF-4C9660E38158}"/>
              </a:ext>
            </a:extLst>
          </p:cNvPr>
          <p:cNvSpPr txBox="1"/>
          <p:nvPr/>
        </p:nvSpPr>
        <p:spPr>
          <a:xfrm>
            <a:off x="7868175" y="228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3235301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E4A27-BBF9-5C31-9BC1-EF9919DB9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번호, 폰트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63EFFD3-9C8A-8632-9557-6C22ECB74B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30" y="-22830"/>
            <a:ext cx="917165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8BD0712-2F2F-01C5-2E5A-B3EC8CBE7A0B}"/>
              </a:ext>
            </a:extLst>
          </p:cNvPr>
          <p:cNvSpPr txBox="1"/>
          <p:nvPr/>
        </p:nvSpPr>
        <p:spPr>
          <a:xfrm>
            <a:off x="3382297" y="1209368"/>
            <a:ext cx="147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A</a:t>
            </a:r>
          </a:p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1761F7-4C41-EA2F-DC33-7CDB23394B4C}"/>
              </a:ext>
            </a:extLst>
          </p:cNvPr>
          <p:cNvSpPr txBox="1"/>
          <p:nvPr/>
        </p:nvSpPr>
        <p:spPr>
          <a:xfrm>
            <a:off x="3382297" y="2441566"/>
            <a:ext cx="147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B78F4F-AE2A-524A-ADDD-6A13BBFED530}"/>
              </a:ext>
            </a:extLst>
          </p:cNvPr>
          <p:cNvSpPr txBox="1"/>
          <p:nvPr/>
        </p:nvSpPr>
        <p:spPr>
          <a:xfrm>
            <a:off x="3382297" y="37829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주식회사 센디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F6110D-6ADB-FF26-4D64-9A5DDF0C57D1}"/>
              </a:ext>
            </a:extLst>
          </p:cNvPr>
          <p:cNvSpPr txBox="1"/>
          <p:nvPr/>
        </p:nvSpPr>
        <p:spPr>
          <a:xfrm>
            <a:off x="3382297" y="436879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036212-8942-B64E-7161-4676B2C29B78}"/>
              </a:ext>
            </a:extLst>
          </p:cNvPr>
          <p:cNvSpPr txBox="1"/>
          <p:nvPr/>
        </p:nvSpPr>
        <p:spPr>
          <a:xfrm>
            <a:off x="7595420" y="139702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72F8A7-FA41-4977-15C9-EAFB9E893A0C}"/>
              </a:ext>
            </a:extLst>
          </p:cNvPr>
          <p:cNvSpPr txBox="1"/>
          <p:nvPr/>
        </p:nvSpPr>
        <p:spPr>
          <a:xfrm>
            <a:off x="7570837" y="253265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51AE9D-B3A9-F25D-B929-B72E0C6EF6DD}"/>
              </a:ext>
            </a:extLst>
          </p:cNvPr>
          <p:cNvSpPr txBox="1"/>
          <p:nvPr/>
        </p:nvSpPr>
        <p:spPr>
          <a:xfrm>
            <a:off x="9493043" y="372144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519B41-4749-E330-977A-A9FD35DFF0A0}"/>
              </a:ext>
            </a:extLst>
          </p:cNvPr>
          <p:cNvSpPr txBox="1"/>
          <p:nvPr/>
        </p:nvSpPr>
        <p:spPr>
          <a:xfrm>
            <a:off x="9502875" y="399709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9586F71-2EA3-4433-2A1A-62F49AFF87C9}"/>
              </a:ext>
            </a:extLst>
          </p:cNvPr>
          <p:cNvSpPr txBox="1"/>
          <p:nvPr/>
        </p:nvSpPr>
        <p:spPr>
          <a:xfrm>
            <a:off x="4410599" y="840036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58499DB-D685-1B82-73FF-7F2944F40A7F}"/>
              </a:ext>
            </a:extLst>
          </p:cNvPr>
          <p:cNvSpPr txBox="1"/>
          <p:nvPr/>
        </p:nvSpPr>
        <p:spPr>
          <a:xfrm>
            <a:off x="8118897" y="829215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6D78CD2-F40C-6DC4-108F-07BE90A31CCF}"/>
              </a:ext>
            </a:extLst>
          </p:cNvPr>
          <p:cNvSpPr txBox="1"/>
          <p:nvPr/>
        </p:nvSpPr>
        <p:spPr>
          <a:xfrm>
            <a:off x="7868175" y="228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36334659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30B4D-2D57-8702-1D85-21942632A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번호, 폰트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4AB93D4-394D-EDDA-2BA3-E1D3B8CD4F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30" y="-22830"/>
            <a:ext cx="917165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4EE0073-537B-DE1F-D9B7-C8423930E0B6}"/>
              </a:ext>
            </a:extLst>
          </p:cNvPr>
          <p:cNvSpPr txBox="1"/>
          <p:nvPr/>
        </p:nvSpPr>
        <p:spPr>
          <a:xfrm>
            <a:off x="3382297" y="1209368"/>
            <a:ext cx="147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A</a:t>
            </a:r>
          </a:p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A37D35-9CB8-90A1-8E01-E1831938DC9E}"/>
              </a:ext>
            </a:extLst>
          </p:cNvPr>
          <p:cNvSpPr txBox="1"/>
          <p:nvPr/>
        </p:nvSpPr>
        <p:spPr>
          <a:xfrm>
            <a:off x="3382297" y="2441566"/>
            <a:ext cx="147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ADF077-7D96-E3F8-67D5-F4DE4D6C69F5}"/>
              </a:ext>
            </a:extLst>
          </p:cNvPr>
          <p:cNvSpPr txBox="1"/>
          <p:nvPr/>
        </p:nvSpPr>
        <p:spPr>
          <a:xfrm>
            <a:off x="3382297" y="37829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주식회사 센디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584023-BE68-5C29-D541-538255DAC436}"/>
              </a:ext>
            </a:extLst>
          </p:cNvPr>
          <p:cNvSpPr txBox="1"/>
          <p:nvPr/>
        </p:nvSpPr>
        <p:spPr>
          <a:xfrm>
            <a:off x="3382297" y="436879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C920DC-0D21-9A39-695F-F076690EB3FD}"/>
              </a:ext>
            </a:extLst>
          </p:cNvPr>
          <p:cNvSpPr txBox="1"/>
          <p:nvPr/>
        </p:nvSpPr>
        <p:spPr>
          <a:xfrm>
            <a:off x="7595420" y="139702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085633-548B-2871-9D75-B222DE4D9038}"/>
              </a:ext>
            </a:extLst>
          </p:cNvPr>
          <p:cNvSpPr txBox="1"/>
          <p:nvPr/>
        </p:nvSpPr>
        <p:spPr>
          <a:xfrm>
            <a:off x="7570837" y="253265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31C786-A2CF-4F89-C474-603D9F53A309}"/>
              </a:ext>
            </a:extLst>
          </p:cNvPr>
          <p:cNvSpPr txBox="1"/>
          <p:nvPr/>
        </p:nvSpPr>
        <p:spPr>
          <a:xfrm>
            <a:off x="9493043" y="372144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0B05E6-059E-A71A-87F6-206CB476115F}"/>
              </a:ext>
            </a:extLst>
          </p:cNvPr>
          <p:cNvSpPr txBox="1"/>
          <p:nvPr/>
        </p:nvSpPr>
        <p:spPr>
          <a:xfrm>
            <a:off x="9502875" y="399709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A2F89C6-24F4-0451-4DCA-2C5764B34E9E}"/>
              </a:ext>
            </a:extLst>
          </p:cNvPr>
          <p:cNvSpPr txBox="1"/>
          <p:nvPr/>
        </p:nvSpPr>
        <p:spPr>
          <a:xfrm>
            <a:off x="4410599" y="840036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D9B798F-1CFD-1C16-383E-2FE8945B67E3}"/>
              </a:ext>
            </a:extLst>
          </p:cNvPr>
          <p:cNvSpPr txBox="1"/>
          <p:nvPr/>
        </p:nvSpPr>
        <p:spPr>
          <a:xfrm>
            <a:off x="8118897" y="829215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A4DF70-EEF8-57FE-E5B1-12BF27C8FF23}"/>
              </a:ext>
            </a:extLst>
          </p:cNvPr>
          <p:cNvSpPr txBox="1"/>
          <p:nvPr/>
        </p:nvSpPr>
        <p:spPr>
          <a:xfrm>
            <a:off x="7868175" y="228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33442476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68E0F-DAF6-1346-C744-97CE9B041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번호, 폰트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8948DD0-C9EA-1076-238B-F01A20EDCA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30" y="-22830"/>
            <a:ext cx="917165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9704751-3352-D10F-365A-FC0BD538F0AD}"/>
              </a:ext>
            </a:extLst>
          </p:cNvPr>
          <p:cNvSpPr txBox="1"/>
          <p:nvPr/>
        </p:nvSpPr>
        <p:spPr>
          <a:xfrm>
            <a:off x="3382297" y="1209368"/>
            <a:ext cx="147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A</a:t>
            </a:r>
          </a:p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A1F1CB-A5EC-9F66-E6CA-D376752927BD}"/>
              </a:ext>
            </a:extLst>
          </p:cNvPr>
          <p:cNvSpPr txBox="1"/>
          <p:nvPr/>
        </p:nvSpPr>
        <p:spPr>
          <a:xfrm>
            <a:off x="3382297" y="2441566"/>
            <a:ext cx="147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958B89-CE8F-4FDF-A717-56129E8D8E1A}"/>
              </a:ext>
            </a:extLst>
          </p:cNvPr>
          <p:cNvSpPr txBox="1"/>
          <p:nvPr/>
        </p:nvSpPr>
        <p:spPr>
          <a:xfrm>
            <a:off x="3382297" y="37829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주식회사 센디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FD8F5C-E9B4-7BD1-429D-20DE40215F34}"/>
              </a:ext>
            </a:extLst>
          </p:cNvPr>
          <p:cNvSpPr txBox="1"/>
          <p:nvPr/>
        </p:nvSpPr>
        <p:spPr>
          <a:xfrm>
            <a:off x="3382297" y="436879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9B231B-251E-C00F-2F37-0CB3EB7DBBBF}"/>
              </a:ext>
            </a:extLst>
          </p:cNvPr>
          <p:cNvSpPr txBox="1"/>
          <p:nvPr/>
        </p:nvSpPr>
        <p:spPr>
          <a:xfrm>
            <a:off x="7595420" y="139702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DAEFA3-EBD8-51F4-DDA6-552AC0DB048C}"/>
              </a:ext>
            </a:extLst>
          </p:cNvPr>
          <p:cNvSpPr txBox="1"/>
          <p:nvPr/>
        </p:nvSpPr>
        <p:spPr>
          <a:xfrm>
            <a:off x="7570837" y="253265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52C47B-0D6C-EF9A-8128-B49975CECD4B}"/>
              </a:ext>
            </a:extLst>
          </p:cNvPr>
          <p:cNvSpPr txBox="1"/>
          <p:nvPr/>
        </p:nvSpPr>
        <p:spPr>
          <a:xfrm>
            <a:off x="9493043" y="372144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D7D68E-D161-1A22-ED2C-8C9CFF094F9B}"/>
              </a:ext>
            </a:extLst>
          </p:cNvPr>
          <p:cNvSpPr txBox="1"/>
          <p:nvPr/>
        </p:nvSpPr>
        <p:spPr>
          <a:xfrm>
            <a:off x="9502875" y="399709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14249C2-8E6D-00E0-246F-95F54DBEDAA4}"/>
              </a:ext>
            </a:extLst>
          </p:cNvPr>
          <p:cNvSpPr txBox="1"/>
          <p:nvPr/>
        </p:nvSpPr>
        <p:spPr>
          <a:xfrm>
            <a:off x="4410599" y="840036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B66C6EB-AC46-3CED-0C5A-E38E1ADE8104}"/>
              </a:ext>
            </a:extLst>
          </p:cNvPr>
          <p:cNvSpPr txBox="1"/>
          <p:nvPr/>
        </p:nvSpPr>
        <p:spPr>
          <a:xfrm>
            <a:off x="8118897" y="829215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8CC16F1-36D2-A253-91EA-75880EC32EA8}"/>
              </a:ext>
            </a:extLst>
          </p:cNvPr>
          <p:cNvSpPr txBox="1"/>
          <p:nvPr/>
        </p:nvSpPr>
        <p:spPr>
          <a:xfrm>
            <a:off x="7868175" y="228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15939337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26D3E-4A2D-B3FD-BA83-C21346597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번호, 폰트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420786F-C999-BEBD-AE28-B5DBB089E7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30" y="-22830"/>
            <a:ext cx="917165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151F1C9-E779-9498-711D-E415C0944B57}"/>
              </a:ext>
            </a:extLst>
          </p:cNvPr>
          <p:cNvSpPr txBox="1"/>
          <p:nvPr/>
        </p:nvSpPr>
        <p:spPr>
          <a:xfrm>
            <a:off x="3382297" y="1209368"/>
            <a:ext cx="147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A</a:t>
            </a:r>
          </a:p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29F4E7-6BC5-7924-960E-3BA99940DD83}"/>
              </a:ext>
            </a:extLst>
          </p:cNvPr>
          <p:cNvSpPr txBox="1"/>
          <p:nvPr/>
        </p:nvSpPr>
        <p:spPr>
          <a:xfrm>
            <a:off x="3382297" y="2441566"/>
            <a:ext cx="147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688C61-2BC5-B386-5928-FDAE1440FF8E}"/>
              </a:ext>
            </a:extLst>
          </p:cNvPr>
          <p:cNvSpPr txBox="1"/>
          <p:nvPr/>
        </p:nvSpPr>
        <p:spPr>
          <a:xfrm>
            <a:off x="3382297" y="37829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주식회사 센디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293860-B8A4-E5EB-781B-38B92C8C83C2}"/>
              </a:ext>
            </a:extLst>
          </p:cNvPr>
          <p:cNvSpPr txBox="1"/>
          <p:nvPr/>
        </p:nvSpPr>
        <p:spPr>
          <a:xfrm>
            <a:off x="3382297" y="436879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D02D34-EE89-FBDE-507B-343165679E1C}"/>
              </a:ext>
            </a:extLst>
          </p:cNvPr>
          <p:cNvSpPr txBox="1"/>
          <p:nvPr/>
        </p:nvSpPr>
        <p:spPr>
          <a:xfrm>
            <a:off x="7595420" y="139702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F58BEA-546C-3E4E-0CE7-0845FC24CDBA}"/>
              </a:ext>
            </a:extLst>
          </p:cNvPr>
          <p:cNvSpPr txBox="1"/>
          <p:nvPr/>
        </p:nvSpPr>
        <p:spPr>
          <a:xfrm>
            <a:off x="7570837" y="253265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D93CB2-A691-0581-310D-255B4C917CD1}"/>
              </a:ext>
            </a:extLst>
          </p:cNvPr>
          <p:cNvSpPr txBox="1"/>
          <p:nvPr/>
        </p:nvSpPr>
        <p:spPr>
          <a:xfrm>
            <a:off x="9493043" y="372144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FF4DCA-0037-ACB1-449B-59D68B5C028E}"/>
              </a:ext>
            </a:extLst>
          </p:cNvPr>
          <p:cNvSpPr txBox="1"/>
          <p:nvPr/>
        </p:nvSpPr>
        <p:spPr>
          <a:xfrm>
            <a:off x="9502875" y="399709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241E342-A014-85B4-477D-BC6A86320110}"/>
              </a:ext>
            </a:extLst>
          </p:cNvPr>
          <p:cNvSpPr txBox="1"/>
          <p:nvPr/>
        </p:nvSpPr>
        <p:spPr>
          <a:xfrm>
            <a:off x="4410599" y="840036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489074E-AD03-6267-F68B-39A6D84D3516}"/>
              </a:ext>
            </a:extLst>
          </p:cNvPr>
          <p:cNvSpPr txBox="1"/>
          <p:nvPr/>
        </p:nvSpPr>
        <p:spPr>
          <a:xfrm>
            <a:off x="8118897" y="829215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F3BD5D1-F435-4777-D252-EA1A8F9C435F}"/>
              </a:ext>
            </a:extLst>
          </p:cNvPr>
          <p:cNvSpPr txBox="1"/>
          <p:nvPr/>
        </p:nvSpPr>
        <p:spPr>
          <a:xfrm>
            <a:off x="7868175" y="228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12636562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EBD87-804F-A7CD-69F2-FBA1DB4BC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번호, 폰트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7C856D9D-8555-D237-22EA-4AEE56198A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30" y="-22830"/>
            <a:ext cx="917165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76C77F6-1251-1B9E-CF9E-7EA467106397}"/>
              </a:ext>
            </a:extLst>
          </p:cNvPr>
          <p:cNvSpPr txBox="1"/>
          <p:nvPr/>
        </p:nvSpPr>
        <p:spPr>
          <a:xfrm>
            <a:off x="3382297" y="1209368"/>
            <a:ext cx="147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A</a:t>
            </a:r>
          </a:p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AECEBD-ED53-C905-0959-15230F1D4386}"/>
              </a:ext>
            </a:extLst>
          </p:cNvPr>
          <p:cNvSpPr txBox="1"/>
          <p:nvPr/>
        </p:nvSpPr>
        <p:spPr>
          <a:xfrm>
            <a:off x="3382297" y="2441566"/>
            <a:ext cx="147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F4B72F-3A9C-5528-CD6B-C8B9963AE049}"/>
              </a:ext>
            </a:extLst>
          </p:cNvPr>
          <p:cNvSpPr txBox="1"/>
          <p:nvPr/>
        </p:nvSpPr>
        <p:spPr>
          <a:xfrm>
            <a:off x="3382297" y="37829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주식회사 센디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4808A8-494A-47B4-A2C1-11066AB3B91F}"/>
              </a:ext>
            </a:extLst>
          </p:cNvPr>
          <p:cNvSpPr txBox="1"/>
          <p:nvPr/>
        </p:nvSpPr>
        <p:spPr>
          <a:xfrm>
            <a:off x="3382297" y="436879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F1947E-74F9-EB89-69B8-C4897D6F7311}"/>
              </a:ext>
            </a:extLst>
          </p:cNvPr>
          <p:cNvSpPr txBox="1"/>
          <p:nvPr/>
        </p:nvSpPr>
        <p:spPr>
          <a:xfrm>
            <a:off x="7595420" y="139702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3B0CB9-F12B-7B7C-0D2B-EA097F594C89}"/>
              </a:ext>
            </a:extLst>
          </p:cNvPr>
          <p:cNvSpPr txBox="1"/>
          <p:nvPr/>
        </p:nvSpPr>
        <p:spPr>
          <a:xfrm>
            <a:off x="7570837" y="253265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FEC222-1332-0545-5384-E87F211ED298}"/>
              </a:ext>
            </a:extLst>
          </p:cNvPr>
          <p:cNvSpPr txBox="1"/>
          <p:nvPr/>
        </p:nvSpPr>
        <p:spPr>
          <a:xfrm>
            <a:off x="9493043" y="372144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FD444B-8306-798D-4F66-9BD254456B66}"/>
              </a:ext>
            </a:extLst>
          </p:cNvPr>
          <p:cNvSpPr txBox="1"/>
          <p:nvPr/>
        </p:nvSpPr>
        <p:spPr>
          <a:xfrm>
            <a:off x="9502875" y="399709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7D429F8-5396-D7A0-273B-0BDC4ED5C513}"/>
              </a:ext>
            </a:extLst>
          </p:cNvPr>
          <p:cNvSpPr txBox="1"/>
          <p:nvPr/>
        </p:nvSpPr>
        <p:spPr>
          <a:xfrm>
            <a:off x="4410599" y="840036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DA67659-1030-60A7-A3EB-099C5C4DCD04}"/>
              </a:ext>
            </a:extLst>
          </p:cNvPr>
          <p:cNvSpPr txBox="1"/>
          <p:nvPr/>
        </p:nvSpPr>
        <p:spPr>
          <a:xfrm>
            <a:off x="8118897" y="829215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73DDAC9-8123-B241-FA60-A84F46396993}"/>
              </a:ext>
            </a:extLst>
          </p:cNvPr>
          <p:cNvSpPr txBox="1"/>
          <p:nvPr/>
        </p:nvSpPr>
        <p:spPr>
          <a:xfrm>
            <a:off x="7868175" y="228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17639861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223ED-ADD0-6BA7-DC72-ED4A17C1C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번호, 폰트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DEF0BE7-12A6-556C-A7A0-2BCC94F848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30" y="-22830"/>
            <a:ext cx="917165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6E249A3-76BC-55F4-2D06-F7DF7D6CF6C9}"/>
              </a:ext>
            </a:extLst>
          </p:cNvPr>
          <p:cNvSpPr txBox="1"/>
          <p:nvPr/>
        </p:nvSpPr>
        <p:spPr>
          <a:xfrm>
            <a:off x="3382297" y="1209368"/>
            <a:ext cx="147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A</a:t>
            </a:r>
          </a:p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2DA27F-39E7-246E-E375-0A10F586FD4E}"/>
              </a:ext>
            </a:extLst>
          </p:cNvPr>
          <p:cNvSpPr txBox="1"/>
          <p:nvPr/>
        </p:nvSpPr>
        <p:spPr>
          <a:xfrm>
            <a:off x="3382297" y="2441566"/>
            <a:ext cx="147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2A97BF-F2D6-51A7-D9D6-60876FA4A7AC}"/>
              </a:ext>
            </a:extLst>
          </p:cNvPr>
          <p:cNvSpPr txBox="1"/>
          <p:nvPr/>
        </p:nvSpPr>
        <p:spPr>
          <a:xfrm>
            <a:off x="3382297" y="37829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주식회사 센디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1F5BA2-8BFE-8DE9-DAC7-70D30E4626BD}"/>
              </a:ext>
            </a:extLst>
          </p:cNvPr>
          <p:cNvSpPr txBox="1"/>
          <p:nvPr/>
        </p:nvSpPr>
        <p:spPr>
          <a:xfrm>
            <a:off x="3382297" y="436879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E83CE7-CC40-E981-CA10-6B2B3F6B6E61}"/>
              </a:ext>
            </a:extLst>
          </p:cNvPr>
          <p:cNvSpPr txBox="1"/>
          <p:nvPr/>
        </p:nvSpPr>
        <p:spPr>
          <a:xfrm>
            <a:off x="7595420" y="139702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0B2D01-ED0D-A219-BAE1-7F081B16E2A6}"/>
              </a:ext>
            </a:extLst>
          </p:cNvPr>
          <p:cNvSpPr txBox="1"/>
          <p:nvPr/>
        </p:nvSpPr>
        <p:spPr>
          <a:xfrm>
            <a:off x="7570837" y="253265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4C64A6-56DA-D3D0-8DBA-062FE2777CB4}"/>
              </a:ext>
            </a:extLst>
          </p:cNvPr>
          <p:cNvSpPr txBox="1"/>
          <p:nvPr/>
        </p:nvSpPr>
        <p:spPr>
          <a:xfrm>
            <a:off x="9493043" y="372144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A34FFD-8A45-4249-24FF-4290ACD2D700}"/>
              </a:ext>
            </a:extLst>
          </p:cNvPr>
          <p:cNvSpPr txBox="1"/>
          <p:nvPr/>
        </p:nvSpPr>
        <p:spPr>
          <a:xfrm>
            <a:off x="9502875" y="399709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25E91C9-A7DB-E97B-5C22-3628D25E3F49}"/>
              </a:ext>
            </a:extLst>
          </p:cNvPr>
          <p:cNvSpPr txBox="1"/>
          <p:nvPr/>
        </p:nvSpPr>
        <p:spPr>
          <a:xfrm>
            <a:off x="4410599" y="840036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C695D0D-95C7-5994-466C-97AD2C6DEDF5}"/>
              </a:ext>
            </a:extLst>
          </p:cNvPr>
          <p:cNvSpPr txBox="1"/>
          <p:nvPr/>
        </p:nvSpPr>
        <p:spPr>
          <a:xfrm>
            <a:off x="8118897" y="829215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3F517DF-98FD-BF59-3F70-46D4C048E5F7}"/>
              </a:ext>
            </a:extLst>
          </p:cNvPr>
          <p:cNvSpPr txBox="1"/>
          <p:nvPr/>
        </p:nvSpPr>
        <p:spPr>
          <a:xfrm>
            <a:off x="7868175" y="228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21903839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27485-763E-082C-50E6-76D0985BA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번호, 폰트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02A9C0CA-6E6C-F07E-954A-8D541F02E3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30" y="-22830"/>
            <a:ext cx="917165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5458A11-C956-241F-FF51-AD71C66115E9}"/>
              </a:ext>
            </a:extLst>
          </p:cNvPr>
          <p:cNvSpPr txBox="1"/>
          <p:nvPr/>
        </p:nvSpPr>
        <p:spPr>
          <a:xfrm>
            <a:off x="3382297" y="1209368"/>
            <a:ext cx="147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A</a:t>
            </a:r>
          </a:p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9C606E-7D62-CF37-5DE3-C21BA8C19B00}"/>
              </a:ext>
            </a:extLst>
          </p:cNvPr>
          <p:cNvSpPr txBox="1"/>
          <p:nvPr/>
        </p:nvSpPr>
        <p:spPr>
          <a:xfrm>
            <a:off x="3382297" y="2441566"/>
            <a:ext cx="147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392281-2C81-F214-2E51-98F5013278C1}"/>
              </a:ext>
            </a:extLst>
          </p:cNvPr>
          <p:cNvSpPr txBox="1"/>
          <p:nvPr/>
        </p:nvSpPr>
        <p:spPr>
          <a:xfrm>
            <a:off x="3382297" y="37829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주식회사 센디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FB775A-B538-3227-F5E5-740E4A9E4878}"/>
              </a:ext>
            </a:extLst>
          </p:cNvPr>
          <p:cNvSpPr txBox="1"/>
          <p:nvPr/>
        </p:nvSpPr>
        <p:spPr>
          <a:xfrm>
            <a:off x="3382297" y="436879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2A4387-2C8D-9E5C-9DF3-C76AD7B7D722}"/>
              </a:ext>
            </a:extLst>
          </p:cNvPr>
          <p:cNvSpPr txBox="1"/>
          <p:nvPr/>
        </p:nvSpPr>
        <p:spPr>
          <a:xfrm>
            <a:off x="7595420" y="139702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F1398E-BBC9-79FA-EEBB-6869FAD3B35F}"/>
              </a:ext>
            </a:extLst>
          </p:cNvPr>
          <p:cNvSpPr txBox="1"/>
          <p:nvPr/>
        </p:nvSpPr>
        <p:spPr>
          <a:xfrm>
            <a:off x="7570837" y="253265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75E228-2E5F-F656-805F-7C9CF9374BC8}"/>
              </a:ext>
            </a:extLst>
          </p:cNvPr>
          <p:cNvSpPr txBox="1"/>
          <p:nvPr/>
        </p:nvSpPr>
        <p:spPr>
          <a:xfrm>
            <a:off x="9493043" y="372144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718A9B-D0BE-19F0-A740-FEA3CCDFEF85}"/>
              </a:ext>
            </a:extLst>
          </p:cNvPr>
          <p:cNvSpPr txBox="1"/>
          <p:nvPr/>
        </p:nvSpPr>
        <p:spPr>
          <a:xfrm>
            <a:off x="9502875" y="399709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877377F-1083-30A6-DD9B-3E40B318D5C4}"/>
              </a:ext>
            </a:extLst>
          </p:cNvPr>
          <p:cNvSpPr txBox="1"/>
          <p:nvPr/>
        </p:nvSpPr>
        <p:spPr>
          <a:xfrm>
            <a:off x="4410599" y="840036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0524E37-95B6-26C8-C7CA-D6C13BE47FD0}"/>
              </a:ext>
            </a:extLst>
          </p:cNvPr>
          <p:cNvSpPr txBox="1"/>
          <p:nvPr/>
        </p:nvSpPr>
        <p:spPr>
          <a:xfrm>
            <a:off x="8118897" y="829215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004BD1-AF1A-865E-9166-D36F4806069C}"/>
              </a:ext>
            </a:extLst>
          </p:cNvPr>
          <p:cNvSpPr txBox="1"/>
          <p:nvPr/>
        </p:nvSpPr>
        <p:spPr>
          <a:xfrm>
            <a:off x="7868175" y="228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25426084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E8EE6-2A92-5B17-D4AB-4CF13584D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번호, 폰트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FBDF98C-1079-E1E4-5134-00319F4900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30" y="-22830"/>
            <a:ext cx="917165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CD628B2-213C-5FD6-E656-53A910EA874A}"/>
              </a:ext>
            </a:extLst>
          </p:cNvPr>
          <p:cNvSpPr txBox="1"/>
          <p:nvPr/>
        </p:nvSpPr>
        <p:spPr>
          <a:xfrm>
            <a:off x="3382297" y="1209368"/>
            <a:ext cx="147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A</a:t>
            </a:r>
          </a:p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EC2334-EC86-3BBE-3739-B6ACA6038404}"/>
              </a:ext>
            </a:extLst>
          </p:cNvPr>
          <p:cNvSpPr txBox="1"/>
          <p:nvPr/>
        </p:nvSpPr>
        <p:spPr>
          <a:xfrm>
            <a:off x="3382297" y="2441566"/>
            <a:ext cx="147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D46745-D088-3A08-05DD-BC14D2F153A2}"/>
              </a:ext>
            </a:extLst>
          </p:cNvPr>
          <p:cNvSpPr txBox="1"/>
          <p:nvPr/>
        </p:nvSpPr>
        <p:spPr>
          <a:xfrm>
            <a:off x="3382297" y="37829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주식회사 센디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D26C12-E93D-A72D-C296-107D19C13ADF}"/>
              </a:ext>
            </a:extLst>
          </p:cNvPr>
          <p:cNvSpPr txBox="1"/>
          <p:nvPr/>
        </p:nvSpPr>
        <p:spPr>
          <a:xfrm>
            <a:off x="3382297" y="436879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DA6AF7-594C-FBCB-FCFD-75E31AA88F2A}"/>
              </a:ext>
            </a:extLst>
          </p:cNvPr>
          <p:cNvSpPr txBox="1"/>
          <p:nvPr/>
        </p:nvSpPr>
        <p:spPr>
          <a:xfrm>
            <a:off x="7595420" y="139702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65859D-9D7E-4384-EF17-BDC8AB2D252E}"/>
              </a:ext>
            </a:extLst>
          </p:cNvPr>
          <p:cNvSpPr txBox="1"/>
          <p:nvPr/>
        </p:nvSpPr>
        <p:spPr>
          <a:xfrm>
            <a:off x="7570837" y="253265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D78070-4D78-5BD7-A133-AE2E7C08A263}"/>
              </a:ext>
            </a:extLst>
          </p:cNvPr>
          <p:cNvSpPr txBox="1"/>
          <p:nvPr/>
        </p:nvSpPr>
        <p:spPr>
          <a:xfrm>
            <a:off x="9493043" y="372144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56BB0A-E86D-A690-615D-FB74E8C61AA5}"/>
              </a:ext>
            </a:extLst>
          </p:cNvPr>
          <p:cNvSpPr txBox="1"/>
          <p:nvPr/>
        </p:nvSpPr>
        <p:spPr>
          <a:xfrm>
            <a:off x="9502875" y="399709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F41A700-5FB9-AA44-7EAA-DE75B1F2E6B7}"/>
              </a:ext>
            </a:extLst>
          </p:cNvPr>
          <p:cNvSpPr txBox="1"/>
          <p:nvPr/>
        </p:nvSpPr>
        <p:spPr>
          <a:xfrm>
            <a:off x="4410599" y="840036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68E8B09-FD20-EFF3-47C7-1624B8EA8AB0}"/>
              </a:ext>
            </a:extLst>
          </p:cNvPr>
          <p:cNvSpPr txBox="1"/>
          <p:nvPr/>
        </p:nvSpPr>
        <p:spPr>
          <a:xfrm>
            <a:off x="8118897" y="829215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9DD0C57-5A4F-4DB4-BBBB-AC7D5EB0D0A7}"/>
              </a:ext>
            </a:extLst>
          </p:cNvPr>
          <p:cNvSpPr txBox="1"/>
          <p:nvPr/>
        </p:nvSpPr>
        <p:spPr>
          <a:xfrm>
            <a:off x="7868175" y="228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12761029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3D6A1-E569-7FB6-EC43-AF095107C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번호, 폰트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B891986-388F-6268-D5A8-85A19BE985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30" y="-22830"/>
            <a:ext cx="917165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EEEA574-4136-8401-4EE2-D1A080B3C26F}"/>
              </a:ext>
            </a:extLst>
          </p:cNvPr>
          <p:cNvSpPr txBox="1"/>
          <p:nvPr/>
        </p:nvSpPr>
        <p:spPr>
          <a:xfrm>
            <a:off x="3382297" y="1209368"/>
            <a:ext cx="147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A</a:t>
            </a:r>
          </a:p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B8C816-368F-F723-2464-E530A96483F5}"/>
              </a:ext>
            </a:extLst>
          </p:cNvPr>
          <p:cNvSpPr txBox="1"/>
          <p:nvPr/>
        </p:nvSpPr>
        <p:spPr>
          <a:xfrm>
            <a:off x="3382297" y="2441566"/>
            <a:ext cx="147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3BB7EC-2B69-2CC4-0A6A-523F28C100A1}"/>
              </a:ext>
            </a:extLst>
          </p:cNvPr>
          <p:cNvSpPr txBox="1"/>
          <p:nvPr/>
        </p:nvSpPr>
        <p:spPr>
          <a:xfrm>
            <a:off x="3382297" y="37829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주식회사 센디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3D83DE-DB13-E993-403E-20E81EECC85C}"/>
              </a:ext>
            </a:extLst>
          </p:cNvPr>
          <p:cNvSpPr txBox="1"/>
          <p:nvPr/>
        </p:nvSpPr>
        <p:spPr>
          <a:xfrm>
            <a:off x="3382297" y="436879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A39301-1A9D-2607-B639-E049DA26D16C}"/>
              </a:ext>
            </a:extLst>
          </p:cNvPr>
          <p:cNvSpPr txBox="1"/>
          <p:nvPr/>
        </p:nvSpPr>
        <p:spPr>
          <a:xfrm>
            <a:off x="7595420" y="139702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C053C2-33E4-741C-8813-3BB77E4B5624}"/>
              </a:ext>
            </a:extLst>
          </p:cNvPr>
          <p:cNvSpPr txBox="1"/>
          <p:nvPr/>
        </p:nvSpPr>
        <p:spPr>
          <a:xfrm>
            <a:off x="7570837" y="253265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220156-372D-8568-99D4-A23DE4EB7461}"/>
              </a:ext>
            </a:extLst>
          </p:cNvPr>
          <p:cNvSpPr txBox="1"/>
          <p:nvPr/>
        </p:nvSpPr>
        <p:spPr>
          <a:xfrm>
            <a:off x="9493043" y="372144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B718AA-66C1-4153-3A8D-74372BB3FE7A}"/>
              </a:ext>
            </a:extLst>
          </p:cNvPr>
          <p:cNvSpPr txBox="1"/>
          <p:nvPr/>
        </p:nvSpPr>
        <p:spPr>
          <a:xfrm>
            <a:off x="9502875" y="399709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8D8D6CE-3131-2480-5B8A-3CD418AAAE2E}"/>
              </a:ext>
            </a:extLst>
          </p:cNvPr>
          <p:cNvSpPr txBox="1"/>
          <p:nvPr/>
        </p:nvSpPr>
        <p:spPr>
          <a:xfrm>
            <a:off x="4410599" y="840036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941EDD5-E9C3-E2E2-F80E-5F19E015E6D3}"/>
              </a:ext>
            </a:extLst>
          </p:cNvPr>
          <p:cNvSpPr txBox="1"/>
          <p:nvPr/>
        </p:nvSpPr>
        <p:spPr>
          <a:xfrm>
            <a:off x="8118897" y="829215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FD1B14-B340-C399-17E1-0D140C8158CD}"/>
              </a:ext>
            </a:extLst>
          </p:cNvPr>
          <p:cNvSpPr txBox="1"/>
          <p:nvPr/>
        </p:nvSpPr>
        <p:spPr>
          <a:xfrm>
            <a:off x="7868175" y="228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41049905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5D482-A4D7-3745-9784-210FBE669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번호, 폰트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5691E95-9511-4F30-77FA-A7CFB5D5AE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30" y="-22830"/>
            <a:ext cx="917165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E4795D6-1CDA-DC4B-81DC-04931EAD351D}"/>
              </a:ext>
            </a:extLst>
          </p:cNvPr>
          <p:cNvSpPr txBox="1"/>
          <p:nvPr/>
        </p:nvSpPr>
        <p:spPr>
          <a:xfrm>
            <a:off x="3382297" y="1209368"/>
            <a:ext cx="147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A</a:t>
            </a:r>
          </a:p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C57ACE-40C5-846C-89BE-40AF9E413CB0}"/>
              </a:ext>
            </a:extLst>
          </p:cNvPr>
          <p:cNvSpPr txBox="1"/>
          <p:nvPr/>
        </p:nvSpPr>
        <p:spPr>
          <a:xfrm>
            <a:off x="3382297" y="2441566"/>
            <a:ext cx="147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CFF02E-3138-E959-809B-0B73CC8A6536}"/>
              </a:ext>
            </a:extLst>
          </p:cNvPr>
          <p:cNvSpPr txBox="1"/>
          <p:nvPr/>
        </p:nvSpPr>
        <p:spPr>
          <a:xfrm>
            <a:off x="3382297" y="37829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주식회사 센디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DFB294-2E04-7228-BB71-BC52CECFC076}"/>
              </a:ext>
            </a:extLst>
          </p:cNvPr>
          <p:cNvSpPr txBox="1"/>
          <p:nvPr/>
        </p:nvSpPr>
        <p:spPr>
          <a:xfrm>
            <a:off x="3382297" y="436879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FC29C8-943C-6F1D-EB11-66BC75CFF53C}"/>
              </a:ext>
            </a:extLst>
          </p:cNvPr>
          <p:cNvSpPr txBox="1"/>
          <p:nvPr/>
        </p:nvSpPr>
        <p:spPr>
          <a:xfrm>
            <a:off x="7595420" y="139702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1D3FB3-4BE1-ED67-3E2A-AADDA439043E}"/>
              </a:ext>
            </a:extLst>
          </p:cNvPr>
          <p:cNvSpPr txBox="1"/>
          <p:nvPr/>
        </p:nvSpPr>
        <p:spPr>
          <a:xfrm>
            <a:off x="7570837" y="253265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5640B6-3E8D-4849-3F81-F202008B935C}"/>
              </a:ext>
            </a:extLst>
          </p:cNvPr>
          <p:cNvSpPr txBox="1"/>
          <p:nvPr/>
        </p:nvSpPr>
        <p:spPr>
          <a:xfrm>
            <a:off x="9493043" y="372144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7D82DE-3B69-16CF-6946-5CEF2E59BC18}"/>
              </a:ext>
            </a:extLst>
          </p:cNvPr>
          <p:cNvSpPr txBox="1"/>
          <p:nvPr/>
        </p:nvSpPr>
        <p:spPr>
          <a:xfrm>
            <a:off x="9502875" y="399709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C513C4-7566-3D50-2683-3A1031F089F9}"/>
              </a:ext>
            </a:extLst>
          </p:cNvPr>
          <p:cNvSpPr txBox="1"/>
          <p:nvPr/>
        </p:nvSpPr>
        <p:spPr>
          <a:xfrm>
            <a:off x="4410599" y="840036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2914AA8-E81C-645E-986D-828E8AFB55CF}"/>
              </a:ext>
            </a:extLst>
          </p:cNvPr>
          <p:cNvSpPr txBox="1"/>
          <p:nvPr/>
        </p:nvSpPr>
        <p:spPr>
          <a:xfrm>
            <a:off x="8118897" y="829215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1B57CD5-CD63-80DE-DFB1-C7CB1D1DE556}"/>
              </a:ext>
            </a:extLst>
          </p:cNvPr>
          <p:cNvSpPr txBox="1"/>
          <p:nvPr/>
        </p:nvSpPr>
        <p:spPr>
          <a:xfrm>
            <a:off x="7868175" y="228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39072904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4EF40-0B38-72BF-9588-3F552B876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번호, 폰트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43F9BAA-65D7-AF43-82FF-98777659CF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30" y="-22830"/>
            <a:ext cx="917165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589F6D3-D499-8CE3-F66D-CCC78550FAC2}"/>
              </a:ext>
            </a:extLst>
          </p:cNvPr>
          <p:cNvSpPr txBox="1"/>
          <p:nvPr/>
        </p:nvSpPr>
        <p:spPr>
          <a:xfrm>
            <a:off x="3382297" y="1209368"/>
            <a:ext cx="147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A</a:t>
            </a:r>
          </a:p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0D319B-943A-C17D-EC14-33B518DA50DA}"/>
              </a:ext>
            </a:extLst>
          </p:cNvPr>
          <p:cNvSpPr txBox="1"/>
          <p:nvPr/>
        </p:nvSpPr>
        <p:spPr>
          <a:xfrm>
            <a:off x="3382297" y="2441566"/>
            <a:ext cx="147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420547-7B65-727F-1F55-CC41C66339BE}"/>
              </a:ext>
            </a:extLst>
          </p:cNvPr>
          <p:cNvSpPr txBox="1"/>
          <p:nvPr/>
        </p:nvSpPr>
        <p:spPr>
          <a:xfrm>
            <a:off x="3382297" y="37829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주식회사 센디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C7AF7F-E244-1F37-E738-4251D25903D6}"/>
              </a:ext>
            </a:extLst>
          </p:cNvPr>
          <p:cNvSpPr txBox="1"/>
          <p:nvPr/>
        </p:nvSpPr>
        <p:spPr>
          <a:xfrm>
            <a:off x="3382297" y="436879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37EA9B-A38F-319B-EEFC-E748D01771CC}"/>
              </a:ext>
            </a:extLst>
          </p:cNvPr>
          <p:cNvSpPr txBox="1"/>
          <p:nvPr/>
        </p:nvSpPr>
        <p:spPr>
          <a:xfrm>
            <a:off x="7595420" y="139702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D59DF5-8979-9F6D-4135-EC720E8370EF}"/>
              </a:ext>
            </a:extLst>
          </p:cNvPr>
          <p:cNvSpPr txBox="1"/>
          <p:nvPr/>
        </p:nvSpPr>
        <p:spPr>
          <a:xfrm>
            <a:off x="7570837" y="253265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5CAB0E-397B-48BC-DCAE-794A9AC8BB7E}"/>
              </a:ext>
            </a:extLst>
          </p:cNvPr>
          <p:cNvSpPr txBox="1"/>
          <p:nvPr/>
        </p:nvSpPr>
        <p:spPr>
          <a:xfrm>
            <a:off x="9493043" y="372144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F8B840-EC23-4C9D-5FC8-23039396A500}"/>
              </a:ext>
            </a:extLst>
          </p:cNvPr>
          <p:cNvSpPr txBox="1"/>
          <p:nvPr/>
        </p:nvSpPr>
        <p:spPr>
          <a:xfrm>
            <a:off x="9502875" y="399709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E7C2051-82FB-18CB-1903-06F31A407D84}"/>
              </a:ext>
            </a:extLst>
          </p:cNvPr>
          <p:cNvSpPr txBox="1"/>
          <p:nvPr/>
        </p:nvSpPr>
        <p:spPr>
          <a:xfrm>
            <a:off x="4410599" y="840036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15B9865-B516-DCB1-164A-53DA0F5AD6DE}"/>
              </a:ext>
            </a:extLst>
          </p:cNvPr>
          <p:cNvSpPr txBox="1"/>
          <p:nvPr/>
        </p:nvSpPr>
        <p:spPr>
          <a:xfrm>
            <a:off x="8118897" y="829215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313C0F-E17C-B03F-8E6C-75C6E22F74EB}"/>
              </a:ext>
            </a:extLst>
          </p:cNvPr>
          <p:cNvSpPr txBox="1"/>
          <p:nvPr/>
        </p:nvSpPr>
        <p:spPr>
          <a:xfrm>
            <a:off x="7868175" y="228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40346667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974E1-973A-2C22-BB5C-5D6858954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번호, 폰트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79ED0B8-0CB2-915D-B9D4-EC637F1316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30" y="-22830"/>
            <a:ext cx="917165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47F6E7-9002-D43D-22F3-163D2F910FCD}"/>
              </a:ext>
            </a:extLst>
          </p:cNvPr>
          <p:cNvSpPr txBox="1"/>
          <p:nvPr/>
        </p:nvSpPr>
        <p:spPr>
          <a:xfrm>
            <a:off x="3382297" y="1209368"/>
            <a:ext cx="147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A</a:t>
            </a:r>
          </a:p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072490-3DAE-D79C-CD0F-886A70A437CE}"/>
              </a:ext>
            </a:extLst>
          </p:cNvPr>
          <p:cNvSpPr txBox="1"/>
          <p:nvPr/>
        </p:nvSpPr>
        <p:spPr>
          <a:xfrm>
            <a:off x="3382297" y="2441566"/>
            <a:ext cx="147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887AB4-5603-89ED-2A60-2D224D80A9CA}"/>
              </a:ext>
            </a:extLst>
          </p:cNvPr>
          <p:cNvSpPr txBox="1"/>
          <p:nvPr/>
        </p:nvSpPr>
        <p:spPr>
          <a:xfrm>
            <a:off x="3382297" y="37829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주식회사 센디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BD316C-8548-D125-9589-15CFE2B47A67}"/>
              </a:ext>
            </a:extLst>
          </p:cNvPr>
          <p:cNvSpPr txBox="1"/>
          <p:nvPr/>
        </p:nvSpPr>
        <p:spPr>
          <a:xfrm>
            <a:off x="3382297" y="436879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52A54F-A552-D7B4-7C2F-C12BC1C58E44}"/>
              </a:ext>
            </a:extLst>
          </p:cNvPr>
          <p:cNvSpPr txBox="1"/>
          <p:nvPr/>
        </p:nvSpPr>
        <p:spPr>
          <a:xfrm>
            <a:off x="7595420" y="139702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F527E5-7A12-3CF3-50E2-5D56F4DBB063}"/>
              </a:ext>
            </a:extLst>
          </p:cNvPr>
          <p:cNvSpPr txBox="1"/>
          <p:nvPr/>
        </p:nvSpPr>
        <p:spPr>
          <a:xfrm>
            <a:off x="7570837" y="253265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583922-939A-74EA-DA49-E0AF88C21E67}"/>
              </a:ext>
            </a:extLst>
          </p:cNvPr>
          <p:cNvSpPr txBox="1"/>
          <p:nvPr/>
        </p:nvSpPr>
        <p:spPr>
          <a:xfrm>
            <a:off x="9493043" y="372144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2C1B97-71C2-1E3A-D237-771A6FD37E96}"/>
              </a:ext>
            </a:extLst>
          </p:cNvPr>
          <p:cNvSpPr txBox="1"/>
          <p:nvPr/>
        </p:nvSpPr>
        <p:spPr>
          <a:xfrm>
            <a:off x="9502875" y="399709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D6081A8-1C9D-4B22-B33B-79737E95A1DA}"/>
              </a:ext>
            </a:extLst>
          </p:cNvPr>
          <p:cNvSpPr txBox="1"/>
          <p:nvPr/>
        </p:nvSpPr>
        <p:spPr>
          <a:xfrm>
            <a:off x="4410599" y="840036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F6AA040-4A6F-F65C-381B-64AEA18F43E1}"/>
              </a:ext>
            </a:extLst>
          </p:cNvPr>
          <p:cNvSpPr txBox="1"/>
          <p:nvPr/>
        </p:nvSpPr>
        <p:spPr>
          <a:xfrm>
            <a:off x="8118897" y="829215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8BA4F66-3CE7-47E7-94D1-2FAE8BFCECE0}"/>
              </a:ext>
            </a:extLst>
          </p:cNvPr>
          <p:cNvSpPr txBox="1"/>
          <p:nvPr/>
        </p:nvSpPr>
        <p:spPr>
          <a:xfrm>
            <a:off x="7868175" y="228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24830792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A5E5E-F397-5967-D626-78B0256EB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번호, 폰트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674D623-06B3-6A3D-D8DD-11E9D8FDFA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30" y="-22830"/>
            <a:ext cx="917165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897D4A1-BD5E-9522-DDA8-772DD4DD6EBF}"/>
              </a:ext>
            </a:extLst>
          </p:cNvPr>
          <p:cNvSpPr txBox="1"/>
          <p:nvPr/>
        </p:nvSpPr>
        <p:spPr>
          <a:xfrm>
            <a:off x="3382297" y="1209368"/>
            <a:ext cx="147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A</a:t>
            </a:r>
          </a:p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AFC0E6-75E6-B63A-1E67-F152756DF774}"/>
              </a:ext>
            </a:extLst>
          </p:cNvPr>
          <p:cNvSpPr txBox="1"/>
          <p:nvPr/>
        </p:nvSpPr>
        <p:spPr>
          <a:xfrm>
            <a:off x="3382297" y="2441566"/>
            <a:ext cx="147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A390A8-6628-8A72-0A64-8766FE7AF947}"/>
              </a:ext>
            </a:extLst>
          </p:cNvPr>
          <p:cNvSpPr txBox="1"/>
          <p:nvPr/>
        </p:nvSpPr>
        <p:spPr>
          <a:xfrm>
            <a:off x="3382297" y="37829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주식회사 센디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8E07CA-087E-2B60-FD23-48BB11B24DA6}"/>
              </a:ext>
            </a:extLst>
          </p:cNvPr>
          <p:cNvSpPr txBox="1"/>
          <p:nvPr/>
        </p:nvSpPr>
        <p:spPr>
          <a:xfrm>
            <a:off x="3382297" y="436879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52B732-5CAF-BE9B-BAFC-CBBC484A7063}"/>
              </a:ext>
            </a:extLst>
          </p:cNvPr>
          <p:cNvSpPr txBox="1"/>
          <p:nvPr/>
        </p:nvSpPr>
        <p:spPr>
          <a:xfrm>
            <a:off x="7595420" y="139702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E743A6-A775-4D0C-1191-6E109CD7CC57}"/>
              </a:ext>
            </a:extLst>
          </p:cNvPr>
          <p:cNvSpPr txBox="1"/>
          <p:nvPr/>
        </p:nvSpPr>
        <p:spPr>
          <a:xfrm>
            <a:off x="7570837" y="253265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2E6F86-058C-928F-566F-898C9532E73D}"/>
              </a:ext>
            </a:extLst>
          </p:cNvPr>
          <p:cNvSpPr txBox="1"/>
          <p:nvPr/>
        </p:nvSpPr>
        <p:spPr>
          <a:xfrm>
            <a:off x="9493043" y="372144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47B632-F706-5DAD-DD3F-736F161C5EA7}"/>
              </a:ext>
            </a:extLst>
          </p:cNvPr>
          <p:cNvSpPr txBox="1"/>
          <p:nvPr/>
        </p:nvSpPr>
        <p:spPr>
          <a:xfrm>
            <a:off x="9502875" y="399709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B973D14-90FB-3B84-66AC-D38AD7B46281}"/>
              </a:ext>
            </a:extLst>
          </p:cNvPr>
          <p:cNvSpPr txBox="1"/>
          <p:nvPr/>
        </p:nvSpPr>
        <p:spPr>
          <a:xfrm>
            <a:off x="4410599" y="840036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53679F3-FC97-015D-6DC2-CB4D777AD572}"/>
              </a:ext>
            </a:extLst>
          </p:cNvPr>
          <p:cNvSpPr txBox="1"/>
          <p:nvPr/>
        </p:nvSpPr>
        <p:spPr>
          <a:xfrm>
            <a:off x="8118897" y="829215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16DE80A-4D53-B9D2-E3DE-B04F4B2D00A6}"/>
              </a:ext>
            </a:extLst>
          </p:cNvPr>
          <p:cNvSpPr txBox="1"/>
          <p:nvPr/>
        </p:nvSpPr>
        <p:spPr>
          <a:xfrm>
            <a:off x="7868175" y="228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8398258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7160E-B434-0498-1A46-FDC200CB7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번호, 폰트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9B5CAAC-B146-B844-EDD9-FB61AEACB4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30" y="-22830"/>
            <a:ext cx="917165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AF21677-02F2-05EE-41F6-93F99B936886}"/>
              </a:ext>
            </a:extLst>
          </p:cNvPr>
          <p:cNvSpPr txBox="1"/>
          <p:nvPr/>
        </p:nvSpPr>
        <p:spPr>
          <a:xfrm>
            <a:off x="3382297" y="1209368"/>
            <a:ext cx="147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A</a:t>
            </a:r>
          </a:p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565B31-9226-A89F-27ED-5D8277F9CC50}"/>
              </a:ext>
            </a:extLst>
          </p:cNvPr>
          <p:cNvSpPr txBox="1"/>
          <p:nvPr/>
        </p:nvSpPr>
        <p:spPr>
          <a:xfrm>
            <a:off x="3382297" y="2441566"/>
            <a:ext cx="147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90F326-0AEB-8380-7AAC-2481E97212D2}"/>
              </a:ext>
            </a:extLst>
          </p:cNvPr>
          <p:cNvSpPr txBox="1"/>
          <p:nvPr/>
        </p:nvSpPr>
        <p:spPr>
          <a:xfrm>
            <a:off x="3382297" y="37829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주식회사 센디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ACC26A-DFFA-C34B-7A42-BA68020F5162}"/>
              </a:ext>
            </a:extLst>
          </p:cNvPr>
          <p:cNvSpPr txBox="1"/>
          <p:nvPr/>
        </p:nvSpPr>
        <p:spPr>
          <a:xfrm>
            <a:off x="3382297" y="436879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393BB4-C3AF-CF30-49BB-D9492B69AB5D}"/>
              </a:ext>
            </a:extLst>
          </p:cNvPr>
          <p:cNvSpPr txBox="1"/>
          <p:nvPr/>
        </p:nvSpPr>
        <p:spPr>
          <a:xfrm>
            <a:off x="7595420" y="139702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E275B5-6A37-0D39-BEDF-D5E4F50C927B}"/>
              </a:ext>
            </a:extLst>
          </p:cNvPr>
          <p:cNvSpPr txBox="1"/>
          <p:nvPr/>
        </p:nvSpPr>
        <p:spPr>
          <a:xfrm>
            <a:off x="7570837" y="253265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B6664B-0881-35B2-EFAF-85F21F5CB91F}"/>
              </a:ext>
            </a:extLst>
          </p:cNvPr>
          <p:cNvSpPr txBox="1"/>
          <p:nvPr/>
        </p:nvSpPr>
        <p:spPr>
          <a:xfrm>
            <a:off x="9493043" y="372144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4005EC-03E6-A8F7-4E1B-F4ABE5CA3CBF}"/>
              </a:ext>
            </a:extLst>
          </p:cNvPr>
          <p:cNvSpPr txBox="1"/>
          <p:nvPr/>
        </p:nvSpPr>
        <p:spPr>
          <a:xfrm>
            <a:off x="9502875" y="399709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5644BF2-68BE-8D6B-E9F6-C21F51288973}"/>
              </a:ext>
            </a:extLst>
          </p:cNvPr>
          <p:cNvSpPr txBox="1"/>
          <p:nvPr/>
        </p:nvSpPr>
        <p:spPr>
          <a:xfrm>
            <a:off x="4410599" y="840036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F7C051-9248-3C99-E1F7-1550E7AE16C2}"/>
              </a:ext>
            </a:extLst>
          </p:cNvPr>
          <p:cNvSpPr txBox="1"/>
          <p:nvPr/>
        </p:nvSpPr>
        <p:spPr>
          <a:xfrm>
            <a:off x="8118897" y="829215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ECAB87B-A963-C8C1-912B-2D804703DA9D}"/>
              </a:ext>
            </a:extLst>
          </p:cNvPr>
          <p:cNvSpPr txBox="1"/>
          <p:nvPr/>
        </p:nvSpPr>
        <p:spPr>
          <a:xfrm>
            <a:off x="7868175" y="228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38342247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6C0DE-E341-B154-E298-48CFB0210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번호, 폰트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68B57F5-A2A4-7E4F-9FF1-2E8313C923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30" y="-22830"/>
            <a:ext cx="917165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9A7EB94-D5C8-5618-75A1-E553A3EED639}"/>
              </a:ext>
            </a:extLst>
          </p:cNvPr>
          <p:cNvSpPr txBox="1"/>
          <p:nvPr/>
        </p:nvSpPr>
        <p:spPr>
          <a:xfrm>
            <a:off x="3382297" y="1209368"/>
            <a:ext cx="147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A</a:t>
            </a:r>
          </a:p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959E5D-0FEB-3949-C5FB-E3122BD087BF}"/>
              </a:ext>
            </a:extLst>
          </p:cNvPr>
          <p:cNvSpPr txBox="1"/>
          <p:nvPr/>
        </p:nvSpPr>
        <p:spPr>
          <a:xfrm>
            <a:off x="3382297" y="2441566"/>
            <a:ext cx="147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DC6335-F1AC-0DA8-BCDC-59B397F315EF}"/>
              </a:ext>
            </a:extLst>
          </p:cNvPr>
          <p:cNvSpPr txBox="1"/>
          <p:nvPr/>
        </p:nvSpPr>
        <p:spPr>
          <a:xfrm>
            <a:off x="3382297" y="37829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주식회사 센디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85D3BB-9FDE-EB2D-80D7-DC8E15B73361}"/>
              </a:ext>
            </a:extLst>
          </p:cNvPr>
          <p:cNvSpPr txBox="1"/>
          <p:nvPr/>
        </p:nvSpPr>
        <p:spPr>
          <a:xfrm>
            <a:off x="3382297" y="436879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A2A3F0-7368-7DEB-437C-8F651F89B3F7}"/>
              </a:ext>
            </a:extLst>
          </p:cNvPr>
          <p:cNvSpPr txBox="1"/>
          <p:nvPr/>
        </p:nvSpPr>
        <p:spPr>
          <a:xfrm>
            <a:off x="7595420" y="139702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778BB0-A746-E4ED-CF34-D3D40DD31288}"/>
              </a:ext>
            </a:extLst>
          </p:cNvPr>
          <p:cNvSpPr txBox="1"/>
          <p:nvPr/>
        </p:nvSpPr>
        <p:spPr>
          <a:xfrm>
            <a:off x="7570837" y="253265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6E1887-44FC-7284-E603-A1FA552CA163}"/>
              </a:ext>
            </a:extLst>
          </p:cNvPr>
          <p:cNvSpPr txBox="1"/>
          <p:nvPr/>
        </p:nvSpPr>
        <p:spPr>
          <a:xfrm>
            <a:off x="9493043" y="372144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31429B-44CF-F74F-AFC4-5EB2DAA99719}"/>
              </a:ext>
            </a:extLst>
          </p:cNvPr>
          <p:cNvSpPr txBox="1"/>
          <p:nvPr/>
        </p:nvSpPr>
        <p:spPr>
          <a:xfrm>
            <a:off x="9502875" y="399709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B5F572E-5635-69CD-B7A8-96838A3AA60B}"/>
              </a:ext>
            </a:extLst>
          </p:cNvPr>
          <p:cNvSpPr txBox="1"/>
          <p:nvPr/>
        </p:nvSpPr>
        <p:spPr>
          <a:xfrm>
            <a:off x="4410599" y="840036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0CA802-423F-2BCF-4022-F2A6A9CE52C8}"/>
              </a:ext>
            </a:extLst>
          </p:cNvPr>
          <p:cNvSpPr txBox="1"/>
          <p:nvPr/>
        </p:nvSpPr>
        <p:spPr>
          <a:xfrm>
            <a:off x="8118897" y="829215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7328236-53C0-E899-5A8F-2AB1D9ACC673}"/>
              </a:ext>
            </a:extLst>
          </p:cNvPr>
          <p:cNvSpPr txBox="1"/>
          <p:nvPr/>
        </p:nvSpPr>
        <p:spPr>
          <a:xfrm>
            <a:off x="7868175" y="228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7119564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C4017-85C8-5F2D-432F-57E19AF98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번호, 폰트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159B7C7-A271-D43C-8154-61E024D1FE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30" y="-22830"/>
            <a:ext cx="917165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6413319-8C0E-F291-C020-E6FB3E9167CC}"/>
              </a:ext>
            </a:extLst>
          </p:cNvPr>
          <p:cNvSpPr txBox="1"/>
          <p:nvPr/>
        </p:nvSpPr>
        <p:spPr>
          <a:xfrm>
            <a:off x="3382297" y="1209368"/>
            <a:ext cx="147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A</a:t>
            </a:r>
          </a:p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59EBAE-5F23-4E5C-DCA5-D482C533A5F7}"/>
              </a:ext>
            </a:extLst>
          </p:cNvPr>
          <p:cNvSpPr txBox="1"/>
          <p:nvPr/>
        </p:nvSpPr>
        <p:spPr>
          <a:xfrm>
            <a:off x="3382297" y="2441566"/>
            <a:ext cx="147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B820EB-5978-6BDE-4C80-EA9E27E86F98}"/>
              </a:ext>
            </a:extLst>
          </p:cNvPr>
          <p:cNvSpPr txBox="1"/>
          <p:nvPr/>
        </p:nvSpPr>
        <p:spPr>
          <a:xfrm>
            <a:off x="3382297" y="37829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주식회사 센디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AEE0A2-87BB-F7B7-1F62-0CF456488D76}"/>
              </a:ext>
            </a:extLst>
          </p:cNvPr>
          <p:cNvSpPr txBox="1"/>
          <p:nvPr/>
        </p:nvSpPr>
        <p:spPr>
          <a:xfrm>
            <a:off x="3382297" y="436879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A4CBB3-F89E-F9A8-C1BF-8E6EB58AC58A}"/>
              </a:ext>
            </a:extLst>
          </p:cNvPr>
          <p:cNvSpPr txBox="1"/>
          <p:nvPr/>
        </p:nvSpPr>
        <p:spPr>
          <a:xfrm>
            <a:off x="7595420" y="139702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20AE8D-A734-D95F-51E4-0153DF34C211}"/>
              </a:ext>
            </a:extLst>
          </p:cNvPr>
          <p:cNvSpPr txBox="1"/>
          <p:nvPr/>
        </p:nvSpPr>
        <p:spPr>
          <a:xfrm>
            <a:off x="7570837" y="253265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62B62F-7761-B509-3FC1-44EFFBC14A6A}"/>
              </a:ext>
            </a:extLst>
          </p:cNvPr>
          <p:cNvSpPr txBox="1"/>
          <p:nvPr/>
        </p:nvSpPr>
        <p:spPr>
          <a:xfrm>
            <a:off x="9493043" y="372144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494753-6A07-FDD0-FF78-88A756DAE43C}"/>
              </a:ext>
            </a:extLst>
          </p:cNvPr>
          <p:cNvSpPr txBox="1"/>
          <p:nvPr/>
        </p:nvSpPr>
        <p:spPr>
          <a:xfrm>
            <a:off x="9502875" y="399709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25036CD-5A75-A2CA-BB7F-D5C3F7C3E865}"/>
              </a:ext>
            </a:extLst>
          </p:cNvPr>
          <p:cNvSpPr txBox="1"/>
          <p:nvPr/>
        </p:nvSpPr>
        <p:spPr>
          <a:xfrm>
            <a:off x="4410599" y="840036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CEB1EF-614F-AF74-D0BE-13AD5A809F94}"/>
              </a:ext>
            </a:extLst>
          </p:cNvPr>
          <p:cNvSpPr txBox="1"/>
          <p:nvPr/>
        </p:nvSpPr>
        <p:spPr>
          <a:xfrm>
            <a:off x="8118897" y="829215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8B0C9DF-8D55-D945-CF47-FF4D6CCFE72D}"/>
              </a:ext>
            </a:extLst>
          </p:cNvPr>
          <p:cNvSpPr txBox="1"/>
          <p:nvPr/>
        </p:nvSpPr>
        <p:spPr>
          <a:xfrm>
            <a:off x="7868175" y="228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10247165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C885D-F34A-A30D-9350-866512F8A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번호, 폰트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0B013E5D-6537-57ED-6A25-DD63050D11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30" y="-22830"/>
            <a:ext cx="917165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C749433-E9B4-03D3-8DDB-C98EBE03147D}"/>
              </a:ext>
            </a:extLst>
          </p:cNvPr>
          <p:cNvSpPr txBox="1"/>
          <p:nvPr/>
        </p:nvSpPr>
        <p:spPr>
          <a:xfrm>
            <a:off x="3382297" y="1209368"/>
            <a:ext cx="147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A</a:t>
            </a:r>
          </a:p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AE6108-6DF4-640F-A161-4AAB77A11149}"/>
              </a:ext>
            </a:extLst>
          </p:cNvPr>
          <p:cNvSpPr txBox="1"/>
          <p:nvPr/>
        </p:nvSpPr>
        <p:spPr>
          <a:xfrm>
            <a:off x="3382297" y="2441566"/>
            <a:ext cx="147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D6228A-70D2-3EB4-8AF0-158073BDEC38}"/>
              </a:ext>
            </a:extLst>
          </p:cNvPr>
          <p:cNvSpPr txBox="1"/>
          <p:nvPr/>
        </p:nvSpPr>
        <p:spPr>
          <a:xfrm>
            <a:off x="3382297" y="37829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주식회사 센디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B590B1-BB8B-3C86-3DED-44762A97BB3B}"/>
              </a:ext>
            </a:extLst>
          </p:cNvPr>
          <p:cNvSpPr txBox="1"/>
          <p:nvPr/>
        </p:nvSpPr>
        <p:spPr>
          <a:xfrm>
            <a:off x="3382297" y="436879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2DAEF0-CCFB-DC4D-6185-69707F7A89F0}"/>
              </a:ext>
            </a:extLst>
          </p:cNvPr>
          <p:cNvSpPr txBox="1"/>
          <p:nvPr/>
        </p:nvSpPr>
        <p:spPr>
          <a:xfrm>
            <a:off x="7595420" y="139702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7A8788-BED9-4E19-64BE-36EB7AF80E67}"/>
              </a:ext>
            </a:extLst>
          </p:cNvPr>
          <p:cNvSpPr txBox="1"/>
          <p:nvPr/>
        </p:nvSpPr>
        <p:spPr>
          <a:xfrm>
            <a:off x="7570837" y="253265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447CEF-1643-F89D-BFE0-C72A29600B10}"/>
              </a:ext>
            </a:extLst>
          </p:cNvPr>
          <p:cNvSpPr txBox="1"/>
          <p:nvPr/>
        </p:nvSpPr>
        <p:spPr>
          <a:xfrm>
            <a:off x="9493043" y="372144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E5AE60-893E-2705-BCA4-2DFCCBEC87E2}"/>
              </a:ext>
            </a:extLst>
          </p:cNvPr>
          <p:cNvSpPr txBox="1"/>
          <p:nvPr/>
        </p:nvSpPr>
        <p:spPr>
          <a:xfrm>
            <a:off x="9502875" y="399709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001A75C-894C-5544-3581-DF9A3927D580}"/>
              </a:ext>
            </a:extLst>
          </p:cNvPr>
          <p:cNvSpPr txBox="1"/>
          <p:nvPr/>
        </p:nvSpPr>
        <p:spPr>
          <a:xfrm>
            <a:off x="4410599" y="840036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AA83C1-33AD-A8BF-1CED-311A6B201DA4}"/>
              </a:ext>
            </a:extLst>
          </p:cNvPr>
          <p:cNvSpPr txBox="1"/>
          <p:nvPr/>
        </p:nvSpPr>
        <p:spPr>
          <a:xfrm>
            <a:off x="8118897" y="829215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C60546B-86F0-7B59-B6BA-42FBC6932D10}"/>
              </a:ext>
            </a:extLst>
          </p:cNvPr>
          <p:cNvSpPr txBox="1"/>
          <p:nvPr/>
        </p:nvSpPr>
        <p:spPr>
          <a:xfrm>
            <a:off x="7868175" y="228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15407174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50DB1-2DAC-9E25-4710-62DA1241E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번호, 폰트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771E4216-2B1B-FB99-6CC4-8D7BCEA30E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30" y="-22830"/>
            <a:ext cx="917165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EEE3251-A7EB-C573-0B2B-E0B5AD253367}"/>
              </a:ext>
            </a:extLst>
          </p:cNvPr>
          <p:cNvSpPr txBox="1"/>
          <p:nvPr/>
        </p:nvSpPr>
        <p:spPr>
          <a:xfrm>
            <a:off x="3382297" y="1209368"/>
            <a:ext cx="147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A</a:t>
            </a:r>
          </a:p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A44D43-CDB0-4418-021D-1808529398B8}"/>
              </a:ext>
            </a:extLst>
          </p:cNvPr>
          <p:cNvSpPr txBox="1"/>
          <p:nvPr/>
        </p:nvSpPr>
        <p:spPr>
          <a:xfrm>
            <a:off x="3382297" y="2441566"/>
            <a:ext cx="147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71ECC0-2965-A50F-0CDC-712635B2A0B7}"/>
              </a:ext>
            </a:extLst>
          </p:cNvPr>
          <p:cNvSpPr txBox="1"/>
          <p:nvPr/>
        </p:nvSpPr>
        <p:spPr>
          <a:xfrm>
            <a:off x="3382297" y="37829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주식회사 센디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3A3BAD-ED1B-9F89-A3E6-458913A874B1}"/>
              </a:ext>
            </a:extLst>
          </p:cNvPr>
          <p:cNvSpPr txBox="1"/>
          <p:nvPr/>
        </p:nvSpPr>
        <p:spPr>
          <a:xfrm>
            <a:off x="3382297" y="436879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9C2691-C861-E7AD-6301-DB51BE7861AE}"/>
              </a:ext>
            </a:extLst>
          </p:cNvPr>
          <p:cNvSpPr txBox="1"/>
          <p:nvPr/>
        </p:nvSpPr>
        <p:spPr>
          <a:xfrm>
            <a:off x="7595420" y="139702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ABD7D9-81AF-D320-F297-7C916219A601}"/>
              </a:ext>
            </a:extLst>
          </p:cNvPr>
          <p:cNvSpPr txBox="1"/>
          <p:nvPr/>
        </p:nvSpPr>
        <p:spPr>
          <a:xfrm>
            <a:off x="7570837" y="253265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59058B-7B3D-4C47-DE50-FAAFC33A6C74}"/>
              </a:ext>
            </a:extLst>
          </p:cNvPr>
          <p:cNvSpPr txBox="1"/>
          <p:nvPr/>
        </p:nvSpPr>
        <p:spPr>
          <a:xfrm>
            <a:off x="9493043" y="372144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F88A2E-B210-398A-80A0-3F8C9C6A0737}"/>
              </a:ext>
            </a:extLst>
          </p:cNvPr>
          <p:cNvSpPr txBox="1"/>
          <p:nvPr/>
        </p:nvSpPr>
        <p:spPr>
          <a:xfrm>
            <a:off x="9502875" y="399709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115BD62-0E7C-E35A-7C1B-6CEB90286B99}"/>
              </a:ext>
            </a:extLst>
          </p:cNvPr>
          <p:cNvSpPr txBox="1"/>
          <p:nvPr/>
        </p:nvSpPr>
        <p:spPr>
          <a:xfrm>
            <a:off x="4410599" y="840036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A82695-9EF9-27FC-DDB0-F9C0A46638CD}"/>
              </a:ext>
            </a:extLst>
          </p:cNvPr>
          <p:cNvSpPr txBox="1"/>
          <p:nvPr/>
        </p:nvSpPr>
        <p:spPr>
          <a:xfrm>
            <a:off x="8118897" y="829215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12AAFB-A203-DCD1-61B1-901499F7E50D}"/>
              </a:ext>
            </a:extLst>
          </p:cNvPr>
          <p:cNvSpPr txBox="1"/>
          <p:nvPr/>
        </p:nvSpPr>
        <p:spPr>
          <a:xfrm>
            <a:off x="7868175" y="228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21588492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A78B3-2867-40F9-38D4-45F0863B7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번호, 폰트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311AD18-DC3B-7CD1-7DD7-CE2F4CFEEB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30" y="-22830"/>
            <a:ext cx="917165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94694B2-3428-AD7F-A4EA-801C21F25BA2}"/>
              </a:ext>
            </a:extLst>
          </p:cNvPr>
          <p:cNvSpPr txBox="1"/>
          <p:nvPr/>
        </p:nvSpPr>
        <p:spPr>
          <a:xfrm>
            <a:off x="3382297" y="1209368"/>
            <a:ext cx="147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A</a:t>
            </a:r>
          </a:p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C65092-7570-18B5-6078-0AAD1D9D2BCA}"/>
              </a:ext>
            </a:extLst>
          </p:cNvPr>
          <p:cNvSpPr txBox="1"/>
          <p:nvPr/>
        </p:nvSpPr>
        <p:spPr>
          <a:xfrm>
            <a:off x="3382297" y="2441566"/>
            <a:ext cx="147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F37D7A-4529-E551-4BBB-22D0E306EA31}"/>
              </a:ext>
            </a:extLst>
          </p:cNvPr>
          <p:cNvSpPr txBox="1"/>
          <p:nvPr/>
        </p:nvSpPr>
        <p:spPr>
          <a:xfrm>
            <a:off x="3382297" y="37829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주식회사 센디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AD785A-92DE-A970-61CC-E117D7A0145B}"/>
              </a:ext>
            </a:extLst>
          </p:cNvPr>
          <p:cNvSpPr txBox="1"/>
          <p:nvPr/>
        </p:nvSpPr>
        <p:spPr>
          <a:xfrm>
            <a:off x="3382297" y="436879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9F7837-7F30-2A76-41B7-1A5FD9320965}"/>
              </a:ext>
            </a:extLst>
          </p:cNvPr>
          <p:cNvSpPr txBox="1"/>
          <p:nvPr/>
        </p:nvSpPr>
        <p:spPr>
          <a:xfrm>
            <a:off x="7595420" y="139702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98BD63-2DB7-B9D3-14AC-98AE24634446}"/>
              </a:ext>
            </a:extLst>
          </p:cNvPr>
          <p:cNvSpPr txBox="1"/>
          <p:nvPr/>
        </p:nvSpPr>
        <p:spPr>
          <a:xfrm>
            <a:off x="7570837" y="253265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4D05EE-1985-3647-1B06-CD4FD33AC3B5}"/>
              </a:ext>
            </a:extLst>
          </p:cNvPr>
          <p:cNvSpPr txBox="1"/>
          <p:nvPr/>
        </p:nvSpPr>
        <p:spPr>
          <a:xfrm>
            <a:off x="9493043" y="372144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F30679-EE76-E68C-119F-02093F3F9326}"/>
              </a:ext>
            </a:extLst>
          </p:cNvPr>
          <p:cNvSpPr txBox="1"/>
          <p:nvPr/>
        </p:nvSpPr>
        <p:spPr>
          <a:xfrm>
            <a:off x="9502875" y="399709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479A939-6E4C-5D69-3A57-266465BB3297}"/>
              </a:ext>
            </a:extLst>
          </p:cNvPr>
          <p:cNvSpPr txBox="1"/>
          <p:nvPr/>
        </p:nvSpPr>
        <p:spPr>
          <a:xfrm>
            <a:off x="4410599" y="840036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523CA81-FE88-9B41-EACB-4E947F86273D}"/>
              </a:ext>
            </a:extLst>
          </p:cNvPr>
          <p:cNvSpPr txBox="1"/>
          <p:nvPr/>
        </p:nvSpPr>
        <p:spPr>
          <a:xfrm>
            <a:off x="8118897" y="829215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546DCD9-0A3A-0899-F9A0-D45925C360CD}"/>
              </a:ext>
            </a:extLst>
          </p:cNvPr>
          <p:cNvSpPr txBox="1"/>
          <p:nvPr/>
        </p:nvSpPr>
        <p:spPr>
          <a:xfrm>
            <a:off x="7868175" y="228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31671873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84812-1556-9FEC-F1BE-41D27A3E9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번호, 폰트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7214B7BE-F4E1-AED4-D343-B10527B71B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30" y="-22830"/>
            <a:ext cx="917165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ACF0177-018E-7577-DDC8-B58EBECCE99F}"/>
              </a:ext>
            </a:extLst>
          </p:cNvPr>
          <p:cNvSpPr txBox="1"/>
          <p:nvPr/>
        </p:nvSpPr>
        <p:spPr>
          <a:xfrm>
            <a:off x="3382297" y="1209368"/>
            <a:ext cx="147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A</a:t>
            </a:r>
          </a:p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2D702C-D2BE-6242-0E0D-F151D7323C6D}"/>
              </a:ext>
            </a:extLst>
          </p:cNvPr>
          <p:cNvSpPr txBox="1"/>
          <p:nvPr/>
        </p:nvSpPr>
        <p:spPr>
          <a:xfrm>
            <a:off x="3382297" y="2441566"/>
            <a:ext cx="147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C432E0-7593-83E8-FB96-6739027D891B}"/>
              </a:ext>
            </a:extLst>
          </p:cNvPr>
          <p:cNvSpPr txBox="1"/>
          <p:nvPr/>
        </p:nvSpPr>
        <p:spPr>
          <a:xfrm>
            <a:off x="3382297" y="37829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주식회사 센디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0C6D5E-7316-DDD0-30F3-473EB64FF1CA}"/>
              </a:ext>
            </a:extLst>
          </p:cNvPr>
          <p:cNvSpPr txBox="1"/>
          <p:nvPr/>
        </p:nvSpPr>
        <p:spPr>
          <a:xfrm>
            <a:off x="3382297" y="436879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CC6167-8AE4-1998-69B2-AD6B0279DD29}"/>
              </a:ext>
            </a:extLst>
          </p:cNvPr>
          <p:cNvSpPr txBox="1"/>
          <p:nvPr/>
        </p:nvSpPr>
        <p:spPr>
          <a:xfrm>
            <a:off x="7595420" y="139702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50D384-F637-8DDD-2CA7-5B0C99218D70}"/>
              </a:ext>
            </a:extLst>
          </p:cNvPr>
          <p:cNvSpPr txBox="1"/>
          <p:nvPr/>
        </p:nvSpPr>
        <p:spPr>
          <a:xfrm>
            <a:off x="7570837" y="253265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4A740F-7706-78EB-3FCA-D2B8226884B4}"/>
              </a:ext>
            </a:extLst>
          </p:cNvPr>
          <p:cNvSpPr txBox="1"/>
          <p:nvPr/>
        </p:nvSpPr>
        <p:spPr>
          <a:xfrm>
            <a:off x="9493043" y="372144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4A0C21-D926-F386-84CF-0881FBA3D9A3}"/>
              </a:ext>
            </a:extLst>
          </p:cNvPr>
          <p:cNvSpPr txBox="1"/>
          <p:nvPr/>
        </p:nvSpPr>
        <p:spPr>
          <a:xfrm>
            <a:off x="9502875" y="399709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0448FE0-9F1A-3F79-B0ED-DC869AD1C0C5}"/>
              </a:ext>
            </a:extLst>
          </p:cNvPr>
          <p:cNvSpPr txBox="1"/>
          <p:nvPr/>
        </p:nvSpPr>
        <p:spPr>
          <a:xfrm>
            <a:off x="4410599" y="840036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C41E95D-4503-720D-7E6D-ACC2C3B635BB}"/>
              </a:ext>
            </a:extLst>
          </p:cNvPr>
          <p:cNvSpPr txBox="1"/>
          <p:nvPr/>
        </p:nvSpPr>
        <p:spPr>
          <a:xfrm>
            <a:off x="8118897" y="829215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291FA52-92CC-F019-6BE2-6CFB31953A14}"/>
              </a:ext>
            </a:extLst>
          </p:cNvPr>
          <p:cNvSpPr txBox="1"/>
          <p:nvPr/>
        </p:nvSpPr>
        <p:spPr>
          <a:xfrm>
            <a:off x="7868175" y="228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6918492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65980-54FB-5776-3048-AAE0254B3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번호, 폰트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F472DDE-9056-7BFB-F92C-6D9CA65F1E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30" y="-22830"/>
            <a:ext cx="917165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195E937-44FD-274B-5B66-6C4E7E956D75}"/>
              </a:ext>
            </a:extLst>
          </p:cNvPr>
          <p:cNvSpPr txBox="1"/>
          <p:nvPr/>
        </p:nvSpPr>
        <p:spPr>
          <a:xfrm>
            <a:off x="3382297" y="1209368"/>
            <a:ext cx="147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A</a:t>
            </a:r>
          </a:p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69AF5D-029D-5469-1B22-219BC3635B0D}"/>
              </a:ext>
            </a:extLst>
          </p:cNvPr>
          <p:cNvSpPr txBox="1"/>
          <p:nvPr/>
        </p:nvSpPr>
        <p:spPr>
          <a:xfrm>
            <a:off x="3382297" y="2441566"/>
            <a:ext cx="147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07A385-3DCE-7260-7002-71EF7057788D}"/>
              </a:ext>
            </a:extLst>
          </p:cNvPr>
          <p:cNvSpPr txBox="1"/>
          <p:nvPr/>
        </p:nvSpPr>
        <p:spPr>
          <a:xfrm>
            <a:off x="3382297" y="37829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주식회사 센디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22BCCD-0DE3-D41D-B2BA-6ADAB72F8CFA}"/>
              </a:ext>
            </a:extLst>
          </p:cNvPr>
          <p:cNvSpPr txBox="1"/>
          <p:nvPr/>
        </p:nvSpPr>
        <p:spPr>
          <a:xfrm>
            <a:off x="3382297" y="436879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E21E19-CDF1-3F6E-1D3F-CF80609856B5}"/>
              </a:ext>
            </a:extLst>
          </p:cNvPr>
          <p:cNvSpPr txBox="1"/>
          <p:nvPr/>
        </p:nvSpPr>
        <p:spPr>
          <a:xfrm>
            <a:off x="7595420" y="139702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CDFE3B-C332-0858-FE1F-9107CFBA1955}"/>
              </a:ext>
            </a:extLst>
          </p:cNvPr>
          <p:cNvSpPr txBox="1"/>
          <p:nvPr/>
        </p:nvSpPr>
        <p:spPr>
          <a:xfrm>
            <a:off x="7570837" y="253265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B66A01-2334-5751-A1F0-522D73FBAAE3}"/>
              </a:ext>
            </a:extLst>
          </p:cNvPr>
          <p:cNvSpPr txBox="1"/>
          <p:nvPr/>
        </p:nvSpPr>
        <p:spPr>
          <a:xfrm>
            <a:off x="9493043" y="372144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306303-62D7-DC24-F66F-27351EE042FE}"/>
              </a:ext>
            </a:extLst>
          </p:cNvPr>
          <p:cNvSpPr txBox="1"/>
          <p:nvPr/>
        </p:nvSpPr>
        <p:spPr>
          <a:xfrm>
            <a:off x="9502875" y="399709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22DD0B8-6CDB-FBAF-978F-54C6EA7644E0}"/>
              </a:ext>
            </a:extLst>
          </p:cNvPr>
          <p:cNvSpPr txBox="1"/>
          <p:nvPr/>
        </p:nvSpPr>
        <p:spPr>
          <a:xfrm>
            <a:off x="4410599" y="840036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3A0C7A7-B6C8-C353-501A-C1D2EEB7B531}"/>
              </a:ext>
            </a:extLst>
          </p:cNvPr>
          <p:cNvSpPr txBox="1"/>
          <p:nvPr/>
        </p:nvSpPr>
        <p:spPr>
          <a:xfrm>
            <a:off x="8118897" y="829215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2627D3F-D7A8-2F1A-3BCE-8D7620160FF6}"/>
              </a:ext>
            </a:extLst>
          </p:cNvPr>
          <p:cNvSpPr txBox="1"/>
          <p:nvPr/>
        </p:nvSpPr>
        <p:spPr>
          <a:xfrm>
            <a:off x="7868175" y="228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15513346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37A9B-DC04-1CA0-84E8-78A675F89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번호, 폰트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8C97813-2EFB-785F-F202-E51BEA8856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30" y="-22830"/>
            <a:ext cx="917165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ED2AFFC-5279-E749-23F2-102EEA6FEFE5}"/>
              </a:ext>
            </a:extLst>
          </p:cNvPr>
          <p:cNvSpPr txBox="1"/>
          <p:nvPr/>
        </p:nvSpPr>
        <p:spPr>
          <a:xfrm>
            <a:off x="3382297" y="1209368"/>
            <a:ext cx="147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A</a:t>
            </a:r>
          </a:p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9219BE-C74B-BD34-C39A-FF6CC41BA512}"/>
              </a:ext>
            </a:extLst>
          </p:cNvPr>
          <p:cNvSpPr txBox="1"/>
          <p:nvPr/>
        </p:nvSpPr>
        <p:spPr>
          <a:xfrm>
            <a:off x="3382297" y="2441566"/>
            <a:ext cx="147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3FC0BA-1317-DBED-31FD-E718ED1548E1}"/>
              </a:ext>
            </a:extLst>
          </p:cNvPr>
          <p:cNvSpPr txBox="1"/>
          <p:nvPr/>
        </p:nvSpPr>
        <p:spPr>
          <a:xfrm>
            <a:off x="3382297" y="37829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주식회사 센디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39849A-0561-B226-D458-53BA4BEE49DD}"/>
              </a:ext>
            </a:extLst>
          </p:cNvPr>
          <p:cNvSpPr txBox="1"/>
          <p:nvPr/>
        </p:nvSpPr>
        <p:spPr>
          <a:xfrm>
            <a:off x="3382297" y="436879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86CB53-5C46-81EE-8F9B-257C37F4F49A}"/>
              </a:ext>
            </a:extLst>
          </p:cNvPr>
          <p:cNvSpPr txBox="1"/>
          <p:nvPr/>
        </p:nvSpPr>
        <p:spPr>
          <a:xfrm>
            <a:off x="7595420" y="139702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F0EA6B-CAC8-496C-8386-89B42AF46FA9}"/>
              </a:ext>
            </a:extLst>
          </p:cNvPr>
          <p:cNvSpPr txBox="1"/>
          <p:nvPr/>
        </p:nvSpPr>
        <p:spPr>
          <a:xfrm>
            <a:off x="7570837" y="253265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F47B81-6F64-602E-BE58-5EE89AE37F0D}"/>
              </a:ext>
            </a:extLst>
          </p:cNvPr>
          <p:cNvSpPr txBox="1"/>
          <p:nvPr/>
        </p:nvSpPr>
        <p:spPr>
          <a:xfrm>
            <a:off x="9493043" y="372144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6F8461-699D-6DC7-3518-046B34A4AE47}"/>
              </a:ext>
            </a:extLst>
          </p:cNvPr>
          <p:cNvSpPr txBox="1"/>
          <p:nvPr/>
        </p:nvSpPr>
        <p:spPr>
          <a:xfrm>
            <a:off x="9502875" y="399709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DDA2FB2-CEEF-F2A8-CD22-2342A7F7BBB5}"/>
              </a:ext>
            </a:extLst>
          </p:cNvPr>
          <p:cNvSpPr txBox="1"/>
          <p:nvPr/>
        </p:nvSpPr>
        <p:spPr>
          <a:xfrm>
            <a:off x="4410599" y="840036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EB62C20-B4A0-78A9-B6AB-648F1F60D97A}"/>
              </a:ext>
            </a:extLst>
          </p:cNvPr>
          <p:cNvSpPr txBox="1"/>
          <p:nvPr/>
        </p:nvSpPr>
        <p:spPr>
          <a:xfrm>
            <a:off x="8118897" y="829215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ECC6EA-AF2E-09BB-3E47-F10B774F6E34}"/>
              </a:ext>
            </a:extLst>
          </p:cNvPr>
          <p:cNvSpPr txBox="1"/>
          <p:nvPr/>
        </p:nvSpPr>
        <p:spPr>
          <a:xfrm>
            <a:off x="7868175" y="228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24136216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45C97-1FD1-06E8-7B91-F56600DA6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번호, 폰트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847491F-9758-8127-DB05-FB86CBDE24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30" y="-22830"/>
            <a:ext cx="917165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5EDEA11-D520-1297-7C2A-7B56252D48DA}"/>
              </a:ext>
            </a:extLst>
          </p:cNvPr>
          <p:cNvSpPr txBox="1"/>
          <p:nvPr/>
        </p:nvSpPr>
        <p:spPr>
          <a:xfrm>
            <a:off x="3382297" y="1209368"/>
            <a:ext cx="147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A</a:t>
            </a:r>
          </a:p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4E6A82-87A6-AC14-37B9-A4BDC379D472}"/>
              </a:ext>
            </a:extLst>
          </p:cNvPr>
          <p:cNvSpPr txBox="1"/>
          <p:nvPr/>
        </p:nvSpPr>
        <p:spPr>
          <a:xfrm>
            <a:off x="3382297" y="2441566"/>
            <a:ext cx="147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8B2119-FBBB-0AEB-E255-A81B012ACF92}"/>
              </a:ext>
            </a:extLst>
          </p:cNvPr>
          <p:cNvSpPr txBox="1"/>
          <p:nvPr/>
        </p:nvSpPr>
        <p:spPr>
          <a:xfrm>
            <a:off x="3382297" y="37829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주식회사 센디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75A130-E9F2-B94B-E543-ECB0E936A0BC}"/>
              </a:ext>
            </a:extLst>
          </p:cNvPr>
          <p:cNvSpPr txBox="1"/>
          <p:nvPr/>
        </p:nvSpPr>
        <p:spPr>
          <a:xfrm>
            <a:off x="3382297" y="436879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E19771-EED0-9AC5-E902-95828F50AFCD}"/>
              </a:ext>
            </a:extLst>
          </p:cNvPr>
          <p:cNvSpPr txBox="1"/>
          <p:nvPr/>
        </p:nvSpPr>
        <p:spPr>
          <a:xfrm>
            <a:off x="7595420" y="139702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020486-59BC-9FF3-891B-107B1A606FA2}"/>
              </a:ext>
            </a:extLst>
          </p:cNvPr>
          <p:cNvSpPr txBox="1"/>
          <p:nvPr/>
        </p:nvSpPr>
        <p:spPr>
          <a:xfrm>
            <a:off x="7570837" y="253265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196FD9-92DD-5489-8491-31854D957A16}"/>
              </a:ext>
            </a:extLst>
          </p:cNvPr>
          <p:cNvSpPr txBox="1"/>
          <p:nvPr/>
        </p:nvSpPr>
        <p:spPr>
          <a:xfrm>
            <a:off x="9493043" y="372144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425944-1178-43C6-75AB-C8F384B2A60C}"/>
              </a:ext>
            </a:extLst>
          </p:cNvPr>
          <p:cNvSpPr txBox="1"/>
          <p:nvPr/>
        </p:nvSpPr>
        <p:spPr>
          <a:xfrm>
            <a:off x="9502875" y="399709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AD98C71-B882-8B16-7047-F6F1A3BC73DA}"/>
              </a:ext>
            </a:extLst>
          </p:cNvPr>
          <p:cNvSpPr txBox="1"/>
          <p:nvPr/>
        </p:nvSpPr>
        <p:spPr>
          <a:xfrm>
            <a:off x="4410599" y="840036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88E163-6D41-8DC6-B924-08EB5981AE55}"/>
              </a:ext>
            </a:extLst>
          </p:cNvPr>
          <p:cNvSpPr txBox="1"/>
          <p:nvPr/>
        </p:nvSpPr>
        <p:spPr>
          <a:xfrm>
            <a:off x="8118897" y="829215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0E9513F-9CC0-4A80-1CD0-7A3DEC8A316E}"/>
              </a:ext>
            </a:extLst>
          </p:cNvPr>
          <p:cNvSpPr txBox="1"/>
          <p:nvPr/>
        </p:nvSpPr>
        <p:spPr>
          <a:xfrm>
            <a:off x="7868175" y="228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24252496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89FA1-214B-421D-9BBE-5A1690A31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번호, 폰트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D1B69E2-F2C9-471A-61DA-FB1CC76E31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30" y="-22830"/>
            <a:ext cx="917165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A0347A5-9F85-820E-E04F-8F180887F7DE}"/>
              </a:ext>
            </a:extLst>
          </p:cNvPr>
          <p:cNvSpPr txBox="1"/>
          <p:nvPr/>
        </p:nvSpPr>
        <p:spPr>
          <a:xfrm>
            <a:off x="3382297" y="1209368"/>
            <a:ext cx="147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A</a:t>
            </a:r>
          </a:p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297E4A-AA7B-6A9F-90E8-610B21965312}"/>
              </a:ext>
            </a:extLst>
          </p:cNvPr>
          <p:cNvSpPr txBox="1"/>
          <p:nvPr/>
        </p:nvSpPr>
        <p:spPr>
          <a:xfrm>
            <a:off x="3382297" y="2441566"/>
            <a:ext cx="147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BFF629-50F8-F087-4A9C-900D7117413D}"/>
              </a:ext>
            </a:extLst>
          </p:cNvPr>
          <p:cNvSpPr txBox="1"/>
          <p:nvPr/>
        </p:nvSpPr>
        <p:spPr>
          <a:xfrm>
            <a:off x="3382297" y="37829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주식회사 센디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057F6B-DEB3-B64C-0B8A-9D67429FC3FA}"/>
              </a:ext>
            </a:extLst>
          </p:cNvPr>
          <p:cNvSpPr txBox="1"/>
          <p:nvPr/>
        </p:nvSpPr>
        <p:spPr>
          <a:xfrm>
            <a:off x="3382297" y="436879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FC9603-F797-4AE8-35F8-2727FB92906A}"/>
              </a:ext>
            </a:extLst>
          </p:cNvPr>
          <p:cNvSpPr txBox="1"/>
          <p:nvPr/>
        </p:nvSpPr>
        <p:spPr>
          <a:xfrm>
            <a:off x="7595420" y="139702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2FB1A0-6C1B-3A6C-35FE-BAAD954884FD}"/>
              </a:ext>
            </a:extLst>
          </p:cNvPr>
          <p:cNvSpPr txBox="1"/>
          <p:nvPr/>
        </p:nvSpPr>
        <p:spPr>
          <a:xfrm>
            <a:off x="7570837" y="253265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F920D5-B58B-E98D-D5BD-E8F3058F78BA}"/>
              </a:ext>
            </a:extLst>
          </p:cNvPr>
          <p:cNvSpPr txBox="1"/>
          <p:nvPr/>
        </p:nvSpPr>
        <p:spPr>
          <a:xfrm>
            <a:off x="9493043" y="3721447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850325-1329-BF55-140B-21FB45B3E91F}"/>
              </a:ext>
            </a:extLst>
          </p:cNvPr>
          <p:cNvSpPr txBox="1"/>
          <p:nvPr/>
        </p:nvSpPr>
        <p:spPr>
          <a:xfrm>
            <a:off x="9502875" y="3997092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750BA50-04CB-29DA-9F37-B69922A67D2B}"/>
              </a:ext>
            </a:extLst>
          </p:cNvPr>
          <p:cNvSpPr txBox="1"/>
          <p:nvPr/>
        </p:nvSpPr>
        <p:spPr>
          <a:xfrm>
            <a:off x="4410599" y="840036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86CF35F-8401-9CEF-8D4F-E8ADB8E13001}"/>
              </a:ext>
            </a:extLst>
          </p:cNvPr>
          <p:cNvSpPr txBox="1"/>
          <p:nvPr/>
        </p:nvSpPr>
        <p:spPr>
          <a:xfrm>
            <a:off x="8118897" y="829215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0D5D4E3-B2ED-7EAA-2425-31C975D47E92}"/>
              </a:ext>
            </a:extLst>
          </p:cNvPr>
          <p:cNvSpPr txBox="1"/>
          <p:nvPr/>
        </p:nvSpPr>
        <p:spPr>
          <a:xfrm>
            <a:off x="7868175" y="22830"/>
            <a:ext cx="175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3460639180"/>
      </p:ext>
    </p:extLst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✅ Sendy 전표 자동생성 성공!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360</Words>
  <Application>Microsoft Office PowerPoint</Application>
  <PresentationFormat>와이드스크린</PresentationFormat>
  <Paragraphs>330</Paragraphs>
  <Slides>30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3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김영진</dc:creator>
  <cp:lastModifiedBy>김영진</cp:lastModifiedBy>
  <cp:revision>3</cp:revision>
  <dcterms:created xsi:type="dcterms:W3CDTF">2025-10-16T06:19:14Z</dcterms:created>
  <dcterms:modified xsi:type="dcterms:W3CDTF">2025-10-23T06:24:25Z</dcterms:modified>
</cp:coreProperties>
</file>